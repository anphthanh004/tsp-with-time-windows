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2"/>
  </p:notesMasterIdLst>
  <p:sldIdLst>
    <p:sldId id="256" r:id="rId2"/>
    <p:sldId id="257" r:id="rId3"/>
    <p:sldId id="258" r:id="rId4"/>
    <p:sldId id="276" r:id="rId5"/>
    <p:sldId id="274" r:id="rId6"/>
    <p:sldId id="275" r:id="rId7"/>
    <p:sldId id="259" r:id="rId8"/>
    <p:sldId id="277" r:id="rId9"/>
    <p:sldId id="278" r:id="rId10"/>
    <p:sldId id="280" r:id="rId11"/>
    <p:sldId id="283" r:id="rId12"/>
    <p:sldId id="282" r:id="rId13"/>
    <p:sldId id="279" r:id="rId14"/>
    <p:sldId id="268" r:id="rId15"/>
    <p:sldId id="269" r:id="rId16"/>
    <p:sldId id="270" r:id="rId17"/>
    <p:sldId id="271" r:id="rId18"/>
    <p:sldId id="273" r:id="rId19"/>
    <p:sldId id="281" r:id="rId20"/>
    <p:sldId id="272" r:id="rId21"/>
  </p:sldIdLst>
  <p:sldSz cx="9144000" cy="6858000" type="screen4x3"/>
  <p:notesSz cx="6858000" cy="9144000"/>
  <p:embeddedFontLst>
    <p:embeddedFont>
      <p:font typeface="Cambria Math" panose="02040503050406030204" pitchFamily="18" charset="0"/>
      <p:regular r:id="rId23"/>
    </p:embeddedFont>
    <p:embeddedFont>
      <p:font typeface="Lato" panose="020F0502020204030203" pitchFamily="34"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8" roundtripDataSignature="AMtx7mhhob+T9dDggFRb/ADVxqVAplw7O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150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 name="Google Shape;57;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 name="Google Shape;61;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39884b74e3e_0_1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 name="Google Shape;68;g39884b74e3e_0_1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a:extLst>
            <a:ext uri="{FF2B5EF4-FFF2-40B4-BE49-F238E27FC236}">
              <a16:creationId xmlns:a16="http://schemas.microsoft.com/office/drawing/2014/main" id="{8EF25A2C-1ADB-7E72-0B1A-AA39E6DBE054}"/>
            </a:ext>
          </a:extLst>
        </p:cNvPr>
        <p:cNvGrpSpPr/>
        <p:nvPr/>
      </p:nvGrpSpPr>
      <p:grpSpPr>
        <a:xfrm>
          <a:off x="0" y="0"/>
          <a:ext cx="0" cy="0"/>
          <a:chOff x="0" y="0"/>
          <a:chExt cx="0" cy="0"/>
        </a:xfrm>
      </p:grpSpPr>
      <p:sp>
        <p:nvSpPr>
          <p:cNvPr id="67" name="Google Shape;67;g39884b74e3e_0_14:notes">
            <a:extLst>
              <a:ext uri="{FF2B5EF4-FFF2-40B4-BE49-F238E27FC236}">
                <a16:creationId xmlns:a16="http://schemas.microsoft.com/office/drawing/2014/main" id="{09CE4EB0-3DAE-888E-FB42-22B2D2948F5C}"/>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 name="Google Shape;68;g39884b74e3e_0_14:notes">
            <a:extLst>
              <a:ext uri="{FF2B5EF4-FFF2-40B4-BE49-F238E27FC236}">
                <a16:creationId xmlns:a16="http://schemas.microsoft.com/office/drawing/2014/main" id="{21BF0803-44A2-F532-4A29-857705A11AB6}"/>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7753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a:extLst>
            <a:ext uri="{FF2B5EF4-FFF2-40B4-BE49-F238E27FC236}">
              <a16:creationId xmlns:a16="http://schemas.microsoft.com/office/drawing/2014/main" id="{F3608EAB-C5C2-B530-ACDB-729277D8FA16}"/>
            </a:ext>
          </a:extLst>
        </p:cNvPr>
        <p:cNvGrpSpPr/>
        <p:nvPr/>
      </p:nvGrpSpPr>
      <p:grpSpPr>
        <a:xfrm>
          <a:off x="0" y="0"/>
          <a:ext cx="0" cy="0"/>
          <a:chOff x="0" y="0"/>
          <a:chExt cx="0" cy="0"/>
        </a:xfrm>
      </p:grpSpPr>
      <p:sp>
        <p:nvSpPr>
          <p:cNvPr id="74" name="Google Shape;74;p4:notes">
            <a:extLst>
              <a:ext uri="{FF2B5EF4-FFF2-40B4-BE49-F238E27FC236}">
                <a16:creationId xmlns:a16="http://schemas.microsoft.com/office/drawing/2014/main" id="{F2983921-0702-F865-A8B9-92606981952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 name="Google Shape;75;p4:notes">
            <a:extLst>
              <a:ext uri="{FF2B5EF4-FFF2-40B4-BE49-F238E27FC236}">
                <a16:creationId xmlns:a16="http://schemas.microsoft.com/office/drawing/2014/main" id="{0BC84CA1-3B18-39FB-922D-EA9AC38C8F87}"/>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203140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a:extLst>
            <a:ext uri="{FF2B5EF4-FFF2-40B4-BE49-F238E27FC236}">
              <a16:creationId xmlns:a16="http://schemas.microsoft.com/office/drawing/2014/main" id="{3AB89E9A-7C0C-9FFE-B89B-1004442C7C66}"/>
            </a:ext>
          </a:extLst>
        </p:cNvPr>
        <p:cNvGrpSpPr/>
        <p:nvPr/>
      </p:nvGrpSpPr>
      <p:grpSpPr>
        <a:xfrm>
          <a:off x="0" y="0"/>
          <a:ext cx="0" cy="0"/>
          <a:chOff x="0" y="0"/>
          <a:chExt cx="0" cy="0"/>
        </a:xfrm>
      </p:grpSpPr>
      <p:sp>
        <p:nvSpPr>
          <p:cNvPr id="67" name="Google Shape;67;g39884b74e3e_0_14:notes">
            <a:extLst>
              <a:ext uri="{FF2B5EF4-FFF2-40B4-BE49-F238E27FC236}">
                <a16:creationId xmlns:a16="http://schemas.microsoft.com/office/drawing/2014/main" id="{711604B8-425E-290F-7E05-EECD4D5BF2DF}"/>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 name="Google Shape;68;g39884b74e3e_0_14:notes">
            <a:extLst>
              <a:ext uri="{FF2B5EF4-FFF2-40B4-BE49-F238E27FC236}">
                <a16:creationId xmlns:a16="http://schemas.microsoft.com/office/drawing/2014/main" id="{086A4A2C-BD0F-1307-5863-850DDE90C358}"/>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845446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 name="Google Shape;75;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a:extLst>
            <a:ext uri="{FF2B5EF4-FFF2-40B4-BE49-F238E27FC236}">
              <a16:creationId xmlns:a16="http://schemas.microsoft.com/office/drawing/2014/main" id="{37D1DB31-F62A-A64A-8CB3-D241D8DD2D11}"/>
            </a:ext>
          </a:extLst>
        </p:cNvPr>
        <p:cNvGrpSpPr/>
        <p:nvPr/>
      </p:nvGrpSpPr>
      <p:grpSpPr>
        <a:xfrm>
          <a:off x="0" y="0"/>
          <a:ext cx="0" cy="0"/>
          <a:chOff x="0" y="0"/>
          <a:chExt cx="0" cy="0"/>
        </a:xfrm>
      </p:grpSpPr>
      <p:sp>
        <p:nvSpPr>
          <p:cNvPr id="74" name="Google Shape;74;p4:notes">
            <a:extLst>
              <a:ext uri="{FF2B5EF4-FFF2-40B4-BE49-F238E27FC236}">
                <a16:creationId xmlns:a16="http://schemas.microsoft.com/office/drawing/2014/main" id="{ECD478B8-8689-9BFE-E1EB-22F24A8E196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 name="Google Shape;75;p4:notes">
            <a:extLst>
              <a:ext uri="{FF2B5EF4-FFF2-40B4-BE49-F238E27FC236}">
                <a16:creationId xmlns:a16="http://schemas.microsoft.com/office/drawing/2014/main" id="{3CF69A2C-DE1E-B0C4-775A-C069BEBAC789}"/>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099234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a:extLst>
            <a:ext uri="{FF2B5EF4-FFF2-40B4-BE49-F238E27FC236}">
              <a16:creationId xmlns:a16="http://schemas.microsoft.com/office/drawing/2014/main" id="{9DB3071B-0D01-D02A-714C-DA1066BC76AA}"/>
            </a:ext>
          </a:extLst>
        </p:cNvPr>
        <p:cNvGrpSpPr/>
        <p:nvPr/>
      </p:nvGrpSpPr>
      <p:grpSpPr>
        <a:xfrm>
          <a:off x="0" y="0"/>
          <a:ext cx="0" cy="0"/>
          <a:chOff x="0" y="0"/>
          <a:chExt cx="0" cy="0"/>
        </a:xfrm>
      </p:grpSpPr>
      <p:sp>
        <p:nvSpPr>
          <p:cNvPr id="74" name="Google Shape;74;p4:notes">
            <a:extLst>
              <a:ext uri="{FF2B5EF4-FFF2-40B4-BE49-F238E27FC236}">
                <a16:creationId xmlns:a16="http://schemas.microsoft.com/office/drawing/2014/main" id="{4B127037-1365-9D50-5BE0-4E4E1DEC07A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 name="Google Shape;75;p4:notes">
            <a:extLst>
              <a:ext uri="{FF2B5EF4-FFF2-40B4-BE49-F238E27FC236}">
                <a16:creationId xmlns:a16="http://schemas.microsoft.com/office/drawing/2014/main" id="{30E2BBD1-A8D7-1796-06D8-223E896925B2}"/>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863776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a:extLst>
            <a:ext uri="{FF2B5EF4-FFF2-40B4-BE49-F238E27FC236}">
              <a16:creationId xmlns:a16="http://schemas.microsoft.com/office/drawing/2014/main" id="{A724F594-0509-1148-2A26-0A9D60294F78}"/>
            </a:ext>
          </a:extLst>
        </p:cNvPr>
        <p:cNvGrpSpPr/>
        <p:nvPr/>
      </p:nvGrpSpPr>
      <p:grpSpPr>
        <a:xfrm>
          <a:off x="0" y="0"/>
          <a:ext cx="0" cy="0"/>
          <a:chOff x="0" y="0"/>
          <a:chExt cx="0" cy="0"/>
        </a:xfrm>
      </p:grpSpPr>
      <p:sp>
        <p:nvSpPr>
          <p:cNvPr id="74" name="Google Shape;74;p4:notes">
            <a:extLst>
              <a:ext uri="{FF2B5EF4-FFF2-40B4-BE49-F238E27FC236}">
                <a16:creationId xmlns:a16="http://schemas.microsoft.com/office/drawing/2014/main" id="{3C4806B6-5E6D-3791-7145-430B248603C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 name="Google Shape;75;p4:notes">
            <a:extLst>
              <a:ext uri="{FF2B5EF4-FFF2-40B4-BE49-F238E27FC236}">
                <a16:creationId xmlns:a16="http://schemas.microsoft.com/office/drawing/2014/main" id="{D962A965-E187-4C5E-C210-07205C432408}"/>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569652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a:extLst>
            <a:ext uri="{FF2B5EF4-FFF2-40B4-BE49-F238E27FC236}">
              <a16:creationId xmlns:a16="http://schemas.microsoft.com/office/drawing/2014/main" id="{ACC87D68-19DB-9E8D-1B86-C8F8EB75E887}"/>
            </a:ext>
          </a:extLst>
        </p:cNvPr>
        <p:cNvGrpSpPr/>
        <p:nvPr/>
      </p:nvGrpSpPr>
      <p:grpSpPr>
        <a:xfrm>
          <a:off x="0" y="0"/>
          <a:ext cx="0" cy="0"/>
          <a:chOff x="0" y="0"/>
          <a:chExt cx="0" cy="0"/>
        </a:xfrm>
      </p:grpSpPr>
      <p:sp>
        <p:nvSpPr>
          <p:cNvPr id="74" name="Google Shape;74;p4:notes">
            <a:extLst>
              <a:ext uri="{FF2B5EF4-FFF2-40B4-BE49-F238E27FC236}">
                <a16:creationId xmlns:a16="http://schemas.microsoft.com/office/drawing/2014/main" id="{A261C08A-99EF-89F1-1F2D-6A93CFB7C5C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 name="Google Shape;75;p4:notes">
            <a:extLst>
              <a:ext uri="{FF2B5EF4-FFF2-40B4-BE49-F238E27FC236}">
                <a16:creationId xmlns:a16="http://schemas.microsoft.com/office/drawing/2014/main" id="{366BA964-74CD-54A5-8604-63EF1752BB3B}"/>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152052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a:extLst>
            <a:ext uri="{FF2B5EF4-FFF2-40B4-BE49-F238E27FC236}">
              <a16:creationId xmlns:a16="http://schemas.microsoft.com/office/drawing/2014/main" id="{6FDA33F5-4646-63A8-21A2-9B491F63D332}"/>
            </a:ext>
          </a:extLst>
        </p:cNvPr>
        <p:cNvGrpSpPr/>
        <p:nvPr/>
      </p:nvGrpSpPr>
      <p:grpSpPr>
        <a:xfrm>
          <a:off x="0" y="0"/>
          <a:ext cx="0" cy="0"/>
          <a:chOff x="0" y="0"/>
          <a:chExt cx="0" cy="0"/>
        </a:xfrm>
      </p:grpSpPr>
      <p:sp>
        <p:nvSpPr>
          <p:cNvPr id="74" name="Google Shape;74;p4:notes">
            <a:extLst>
              <a:ext uri="{FF2B5EF4-FFF2-40B4-BE49-F238E27FC236}">
                <a16:creationId xmlns:a16="http://schemas.microsoft.com/office/drawing/2014/main" id="{66E4F8C6-629F-8E5A-0908-8416F8ADFF5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 name="Google Shape;75;p4:notes">
            <a:extLst>
              <a:ext uri="{FF2B5EF4-FFF2-40B4-BE49-F238E27FC236}">
                <a16:creationId xmlns:a16="http://schemas.microsoft.com/office/drawing/2014/main" id="{ECDAC1B8-AE3C-E505-DCE3-99B87945F449}"/>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350252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a:extLst>
            <a:ext uri="{FF2B5EF4-FFF2-40B4-BE49-F238E27FC236}">
              <a16:creationId xmlns:a16="http://schemas.microsoft.com/office/drawing/2014/main" id="{7A54145C-97D3-2F99-23B5-F4767A53FE57}"/>
            </a:ext>
          </a:extLst>
        </p:cNvPr>
        <p:cNvGrpSpPr/>
        <p:nvPr/>
      </p:nvGrpSpPr>
      <p:grpSpPr>
        <a:xfrm>
          <a:off x="0" y="0"/>
          <a:ext cx="0" cy="0"/>
          <a:chOff x="0" y="0"/>
          <a:chExt cx="0" cy="0"/>
        </a:xfrm>
      </p:grpSpPr>
      <p:sp>
        <p:nvSpPr>
          <p:cNvPr id="74" name="Google Shape;74;p4:notes">
            <a:extLst>
              <a:ext uri="{FF2B5EF4-FFF2-40B4-BE49-F238E27FC236}">
                <a16:creationId xmlns:a16="http://schemas.microsoft.com/office/drawing/2014/main" id="{D35DA6E1-FDB8-EF60-6837-CF0BAE69E8C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 name="Google Shape;75;p4:notes">
            <a:extLst>
              <a:ext uri="{FF2B5EF4-FFF2-40B4-BE49-F238E27FC236}">
                <a16:creationId xmlns:a16="http://schemas.microsoft.com/office/drawing/2014/main" id="{6C64931C-E0BB-F717-3393-0DCEF41BF2A1}"/>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130133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a99285e230_0_2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4" name="Google Shape;154;g3a99285e230_0_2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3a99285e230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3" name="Google Shape;163;g3a99285e230_1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3a99285e230_0_3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5" name="Google Shape;175;g3a99285e230_0_3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a99285e230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4" name="Google Shape;184;g3a99285e230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3a99285e230_0_5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2" name="Google Shape;202;g3a99285e230_0_5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a:extLst>
            <a:ext uri="{FF2B5EF4-FFF2-40B4-BE49-F238E27FC236}">
              <a16:creationId xmlns:a16="http://schemas.microsoft.com/office/drawing/2014/main" id="{06DCD328-D638-E633-7DD8-B96A57172253}"/>
            </a:ext>
          </a:extLst>
        </p:cNvPr>
        <p:cNvGrpSpPr/>
        <p:nvPr/>
      </p:nvGrpSpPr>
      <p:grpSpPr>
        <a:xfrm>
          <a:off x="0" y="0"/>
          <a:ext cx="0" cy="0"/>
          <a:chOff x="0" y="0"/>
          <a:chExt cx="0" cy="0"/>
        </a:xfrm>
      </p:grpSpPr>
      <p:sp>
        <p:nvSpPr>
          <p:cNvPr id="201" name="Google Shape;201;g3a99285e230_0_59:notes">
            <a:extLst>
              <a:ext uri="{FF2B5EF4-FFF2-40B4-BE49-F238E27FC236}">
                <a16:creationId xmlns:a16="http://schemas.microsoft.com/office/drawing/2014/main" id="{37EEDB26-7624-BB72-FDB2-0AB2B0E37539}"/>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2" name="Google Shape;202;g3a99285e230_0_59:notes">
            <a:extLst>
              <a:ext uri="{FF2B5EF4-FFF2-40B4-BE49-F238E27FC236}">
                <a16:creationId xmlns:a16="http://schemas.microsoft.com/office/drawing/2014/main" id="{BA7FF09A-B834-A2AE-B8E3-3D07A0DF43F1}"/>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097631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1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ustom Layout">
  <p:cSld name="Custom Layout">
    <p:bg>
      <p:bgPr>
        <a:blipFill>
          <a:blip r:embed="rId2">
            <a:alphaModFix/>
          </a:blip>
          <a:stretch>
            <a:fillRect/>
          </a:stretch>
        </a:blipFill>
        <a:effectLst/>
      </p:bgPr>
    </p:bg>
    <p:spTree>
      <p:nvGrpSpPr>
        <p:cNvPr id="1"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and Content">
  <p:cSld name="1_Title and Content">
    <p:bg>
      <p:bgPr>
        <a:blipFill>
          <a:blip r:embed="rId2">
            <a:alphaModFix/>
          </a:blip>
          <a:stretch>
            <a:fillRect/>
          </a:stretch>
        </a:blipFill>
        <a:effectLst/>
      </p:bgPr>
    </p:bg>
    <p:spTree>
      <p:nvGrpSpPr>
        <p:cNvPr id="1" name="Shape 11"/>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Section Header">
  <p:cSld name="1_Section Header">
    <p:bg>
      <p:bgPr>
        <a:blipFill>
          <a:blip r:embed="rId2">
            <a:alphaModFix/>
          </a:blip>
          <a:stretch>
            <a:fillRect/>
          </a:stretch>
        </a:blipFill>
        <a:effectLst/>
      </p:bgPr>
    </p:bg>
    <p:spTree>
      <p:nvGrpSpPr>
        <p:cNvPr id="1" name="Shape 12"/>
        <p:cNvGrpSpPr/>
        <p:nvPr/>
      </p:nvGrpSpPr>
      <p:grpSpPr>
        <a:xfrm>
          <a:off x="0" y="0"/>
          <a:ext cx="0" cy="0"/>
          <a:chOff x="0" y="0"/>
          <a:chExt cx="0" cy="0"/>
        </a:xfrm>
      </p:grpSpPr>
      <p:sp>
        <p:nvSpPr>
          <p:cNvPr id="13" name="Google Shape;13;p15"/>
          <p:cNvSpPr txBox="1">
            <a:spLocks noGrp="1"/>
          </p:cNvSpPr>
          <p:nvPr>
            <p:ph type="dt" idx="10"/>
          </p:nvPr>
        </p:nvSpPr>
        <p:spPr>
          <a:xfrm>
            <a:off x="628650" y="6565257"/>
            <a:ext cx="2057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i="0" u="none" strike="noStrike" cap="none">
                <a:solidFill>
                  <a:srgbClr val="C00000"/>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5"/>
          <p:cNvSpPr txBox="1">
            <a:spLocks noGrp="1"/>
          </p:cNvSpPr>
          <p:nvPr>
            <p:ph type="ftr" idx="11"/>
          </p:nvPr>
        </p:nvSpPr>
        <p:spPr>
          <a:xfrm>
            <a:off x="3028950" y="6565257"/>
            <a:ext cx="30861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C00000"/>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5" name="Google Shape;15;p15"/>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i="0" u="none" strike="noStrike" cap="none">
                <a:solidFill>
                  <a:srgbClr val="C00000"/>
                </a:solidFill>
                <a:latin typeface="Lato"/>
                <a:ea typeface="Lato"/>
                <a:cs typeface="Lato"/>
                <a:sym typeface="Lato"/>
              </a:defRPr>
            </a:lvl1pPr>
            <a:lvl2pPr marL="0" marR="0" lvl="1" indent="0" algn="r" rtl="0">
              <a:spcBef>
                <a:spcPts val="0"/>
              </a:spcBef>
              <a:buNone/>
              <a:defRPr sz="1200" b="1" i="0" u="none" strike="noStrike" cap="none">
                <a:solidFill>
                  <a:srgbClr val="C00000"/>
                </a:solidFill>
                <a:latin typeface="Lato"/>
                <a:ea typeface="Lato"/>
                <a:cs typeface="Lato"/>
                <a:sym typeface="Lato"/>
              </a:defRPr>
            </a:lvl2pPr>
            <a:lvl3pPr marL="0" marR="0" lvl="2" indent="0" algn="r" rtl="0">
              <a:spcBef>
                <a:spcPts val="0"/>
              </a:spcBef>
              <a:buNone/>
              <a:defRPr sz="1200" b="1" i="0" u="none" strike="noStrike" cap="none">
                <a:solidFill>
                  <a:srgbClr val="C00000"/>
                </a:solidFill>
                <a:latin typeface="Lato"/>
                <a:ea typeface="Lato"/>
                <a:cs typeface="Lato"/>
                <a:sym typeface="Lato"/>
              </a:defRPr>
            </a:lvl3pPr>
            <a:lvl4pPr marL="0" marR="0" lvl="3" indent="0" algn="r" rtl="0">
              <a:spcBef>
                <a:spcPts val="0"/>
              </a:spcBef>
              <a:buNone/>
              <a:defRPr sz="1200" b="1" i="0" u="none" strike="noStrike" cap="none">
                <a:solidFill>
                  <a:srgbClr val="C00000"/>
                </a:solidFill>
                <a:latin typeface="Lato"/>
                <a:ea typeface="Lato"/>
                <a:cs typeface="Lato"/>
                <a:sym typeface="Lato"/>
              </a:defRPr>
            </a:lvl4pPr>
            <a:lvl5pPr marL="0" marR="0" lvl="4" indent="0" algn="r" rtl="0">
              <a:spcBef>
                <a:spcPts val="0"/>
              </a:spcBef>
              <a:buNone/>
              <a:defRPr sz="1200" b="1" i="0" u="none" strike="noStrike" cap="none">
                <a:solidFill>
                  <a:srgbClr val="C00000"/>
                </a:solidFill>
                <a:latin typeface="Lato"/>
                <a:ea typeface="Lato"/>
                <a:cs typeface="Lato"/>
                <a:sym typeface="Lato"/>
              </a:defRPr>
            </a:lvl5pPr>
            <a:lvl6pPr marL="0" marR="0" lvl="5" indent="0" algn="r" rtl="0">
              <a:spcBef>
                <a:spcPts val="0"/>
              </a:spcBef>
              <a:buNone/>
              <a:defRPr sz="1200" b="1" i="0" u="none" strike="noStrike" cap="none">
                <a:solidFill>
                  <a:srgbClr val="C00000"/>
                </a:solidFill>
                <a:latin typeface="Lato"/>
                <a:ea typeface="Lato"/>
                <a:cs typeface="Lato"/>
                <a:sym typeface="Lato"/>
              </a:defRPr>
            </a:lvl6pPr>
            <a:lvl7pPr marL="0" marR="0" lvl="6" indent="0" algn="r" rtl="0">
              <a:spcBef>
                <a:spcPts val="0"/>
              </a:spcBef>
              <a:buNone/>
              <a:defRPr sz="1200" b="1" i="0" u="none" strike="noStrike" cap="none">
                <a:solidFill>
                  <a:srgbClr val="C00000"/>
                </a:solidFill>
                <a:latin typeface="Lato"/>
                <a:ea typeface="Lato"/>
                <a:cs typeface="Lato"/>
                <a:sym typeface="Lato"/>
              </a:defRPr>
            </a:lvl7pPr>
            <a:lvl8pPr marL="0" marR="0" lvl="7" indent="0" algn="r" rtl="0">
              <a:spcBef>
                <a:spcPts val="0"/>
              </a:spcBef>
              <a:buNone/>
              <a:defRPr sz="1200" b="1" i="0" u="none" strike="noStrike" cap="none">
                <a:solidFill>
                  <a:srgbClr val="C00000"/>
                </a:solidFill>
                <a:latin typeface="Lato"/>
                <a:ea typeface="Lato"/>
                <a:cs typeface="Lato"/>
                <a:sym typeface="Lato"/>
              </a:defRPr>
            </a:lvl8pPr>
            <a:lvl9pPr marL="0" marR="0" lvl="8" indent="0" algn="r" rtl="0">
              <a:spcBef>
                <a:spcPts val="0"/>
              </a:spcBef>
              <a:buNone/>
              <a:defRPr sz="1200" b="1" i="0" u="none" strike="noStrike" cap="none">
                <a:solidFill>
                  <a:srgbClr val="C00000"/>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
        <p:nvSpPr>
          <p:cNvPr id="16" name="Google Shape;16;p15"/>
          <p:cNvSpPr txBox="1">
            <a:spLocks noGrp="1"/>
          </p:cNvSpPr>
          <p:nvPr>
            <p:ph type="title"/>
          </p:nvPr>
        </p:nvSpPr>
        <p:spPr>
          <a:xfrm>
            <a:off x="235077" y="78613"/>
            <a:ext cx="8673846" cy="451739"/>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Lato"/>
              <a:buNone/>
              <a:defRPr sz="2800" b="1" i="0" u="none" strike="noStrike" cap="non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7" name="Google Shape;17;p15"/>
          <p:cNvSpPr txBox="1">
            <a:spLocks noGrp="1"/>
          </p:cNvSpPr>
          <p:nvPr>
            <p:ph type="body" idx="1"/>
          </p:nvPr>
        </p:nvSpPr>
        <p:spPr>
          <a:xfrm>
            <a:off x="235077" y="841247"/>
            <a:ext cx="8674100" cy="5303393"/>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Lato"/>
                <a:ea typeface="Lato"/>
                <a:cs typeface="Lato"/>
                <a:sym typeface="Lato"/>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Lato"/>
                <a:ea typeface="Lato"/>
                <a:cs typeface="Lato"/>
                <a:sym typeface="Lato"/>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Lato"/>
                <a:ea typeface="Lato"/>
                <a:cs typeface="Lato"/>
                <a:sym typeface="Lato"/>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Content with Caption">
  <p:cSld name="1_Content with Caption">
    <p:bg>
      <p:bgPr>
        <a:blipFill>
          <a:blip r:embed="rId2">
            <a:alphaModFix/>
          </a:blip>
          <a:stretch>
            <a:fillRect/>
          </a:stretch>
        </a:blipFill>
        <a:effectLst/>
      </p:bgPr>
    </p:bg>
    <p:spTree>
      <p:nvGrpSpPr>
        <p:cNvPr id="1" name="Shape 18"/>
        <p:cNvGrpSpPr/>
        <p:nvPr/>
      </p:nvGrpSpPr>
      <p:grpSpPr>
        <a:xfrm>
          <a:off x="0" y="0"/>
          <a:ext cx="0" cy="0"/>
          <a:chOff x="0" y="0"/>
          <a:chExt cx="0" cy="0"/>
        </a:xfrm>
      </p:grpSpPr>
      <p:sp>
        <p:nvSpPr>
          <p:cNvPr id="19" name="Google Shape;19;p16"/>
          <p:cNvSpPr txBox="1">
            <a:spLocks noGrp="1"/>
          </p:cNvSpPr>
          <p:nvPr>
            <p:ph type="dt" idx="10"/>
          </p:nvPr>
        </p:nvSpPr>
        <p:spPr>
          <a:xfrm>
            <a:off x="628650" y="6565257"/>
            <a:ext cx="2057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a:solidFill>
                  <a:srgbClr val="F2F2F2"/>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0" name="Google Shape;20;p16"/>
          <p:cNvSpPr txBox="1">
            <a:spLocks noGrp="1"/>
          </p:cNvSpPr>
          <p:nvPr>
            <p:ph type="ftr" idx="11"/>
          </p:nvPr>
        </p:nvSpPr>
        <p:spPr>
          <a:xfrm>
            <a:off x="3028950" y="6565257"/>
            <a:ext cx="30861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a:solidFill>
                  <a:srgbClr val="C00000"/>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1" name="Google Shape;21;p16"/>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a:solidFill>
                  <a:srgbClr val="C00000"/>
                </a:solidFill>
                <a:latin typeface="Lato"/>
                <a:ea typeface="Lato"/>
                <a:cs typeface="Lato"/>
                <a:sym typeface="Lato"/>
              </a:defRPr>
            </a:lvl1pPr>
            <a:lvl2pPr marL="0" marR="0" lvl="1" indent="0" algn="r" rtl="0">
              <a:spcBef>
                <a:spcPts val="0"/>
              </a:spcBef>
              <a:buNone/>
              <a:defRPr sz="1200" b="1">
                <a:solidFill>
                  <a:srgbClr val="C00000"/>
                </a:solidFill>
                <a:latin typeface="Lato"/>
                <a:ea typeface="Lato"/>
                <a:cs typeface="Lato"/>
                <a:sym typeface="Lato"/>
              </a:defRPr>
            </a:lvl2pPr>
            <a:lvl3pPr marL="0" marR="0" lvl="2" indent="0" algn="r" rtl="0">
              <a:spcBef>
                <a:spcPts val="0"/>
              </a:spcBef>
              <a:buNone/>
              <a:defRPr sz="1200" b="1">
                <a:solidFill>
                  <a:srgbClr val="C00000"/>
                </a:solidFill>
                <a:latin typeface="Lato"/>
                <a:ea typeface="Lato"/>
                <a:cs typeface="Lato"/>
                <a:sym typeface="Lato"/>
              </a:defRPr>
            </a:lvl3pPr>
            <a:lvl4pPr marL="0" marR="0" lvl="3" indent="0" algn="r" rtl="0">
              <a:spcBef>
                <a:spcPts val="0"/>
              </a:spcBef>
              <a:buNone/>
              <a:defRPr sz="1200" b="1">
                <a:solidFill>
                  <a:srgbClr val="C00000"/>
                </a:solidFill>
                <a:latin typeface="Lato"/>
                <a:ea typeface="Lato"/>
                <a:cs typeface="Lato"/>
                <a:sym typeface="Lato"/>
              </a:defRPr>
            </a:lvl4pPr>
            <a:lvl5pPr marL="0" marR="0" lvl="4" indent="0" algn="r" rtl="0">
              <a:spcBef>
                <a:spcPts val="0"/>
              </a:spcBef>
              <a:buNone/>
              <a:defRPr sz="1200" b="1">
                <a:solidFill>
                  <a:srgbClr val="C00000"/>
                </a:solidFill>
                <a:latin typeface="Lato"/>
                <a:ea typeface="Lato"/>
                <a:cs typeface="Lato"/>
                <a:sym typeface="Lato"/>
              </a:defRPr>
            </a:lvl5pPr>
            <a:lvl6pPr marL="0" marR="0" lvl="5" indent="0" algn="r" rtl="0">
              <a:spcBef>
                <a:spcPts val="0"/>
              </a:spcBef>
              <a:buNone/>
              <a:defRPr sz="1200" b="1">
                <a:solidFill>
                  <a:srgbClr val="C00000"/>
                </a:solidFill>
                <a:latin typeface="Lato"/>
                <a:ea typeface="Lato"/>
                <a:cs typeface="Lato"/>
                <a:sym typeface="Lato"/>
              </a:defRPr>
            </a:lvl6pPr>
            <a:lvl7pPr marL="0" marR="0" lvl="6" indent="0" algn="r" rtl="0">
              <a:spcBef>
                <a:spcPts val="0"/>
              </a:spcBef>
              <a:buNone/>
              <a:defRPr sz="1200" b="1">
                <a:solidFill>
                  <a:srgbClr val="C00000"/>
                </a:solidFill>
                <a:latin typeface="Lato"/>
                <a:ea typeface="Lato"/>
                <a:cs typeface="Lato"/>
                <a:sym typeface="Lato"/>
              </a:defRPr>
            </a:lvl7pPr>
            <a:lvl8pPr marL="0" marR="0" lvl="7" indent="0" algn="r" rtl="0">
              <a:spcBef>
                <a:spcPts val="0"/>
              </a:spcBef>
              <a:buNone/>
              <a:defRPr sz="1200" b="1">
                <a:solidFill>
                  <a:srgbClr val="C00000"/>
                </a:solidFill>
                <a:latin typeface="Lato"/>
                <a:ea typeface="Lato"/>
                <a:cs typeface="Lato"/>
                <a:sym typeface="Lato"/>
              </a:defRPr>
            </a:lvl8pPr>
            <a:lvl9pPr marL="0" marR="0" lvl="8" indent="0" algn="r" rtl="0">
              <a:spcBef>
                <a:spcPts val="0"/>
              </a:spcBef>
              <a:buNone/>
              <a:defRPr sz="1200" b="1">
                <a:solidFill>
                  <a:srgbClr val="C00000"/>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2_Two Content">
  <p:cSld name="2_Two Content">
    <p:bg>
      <p:bgPr>
        <a:blipFill>
          <a:blip r:embed="rId2">
            <a:alphaModFix/>
          </a:blip>
          <a:stretch>
            <a:fillRect/>
          </a:stretch>
        </a:blipFill>
        <a:effectLst/>
      </p:bgPr>
    </p:bg>
    <p:spTree>
      <p:nvGrpSpPr>
        <p:cNvPr id="1" name="Shape 22"/>
        <p:cNvGrpSpPr/>
        <p:nvPr/>
      </p:nvGrpSpPr>
      <p:grpSpPr>
        <a:xfrm>
          <a:off x="0" y="0"/>
          <a:ext cx="0" cy="0"/>
          <a:chOff x="0" y="0"/>
          <a:chExt cx="0" cy="0"/>
        </a:xfrm>
      </p:grpSpPr>
      <p:sp>
        <p:nvSpPr>
          <p:cNvPr id="23" name="Google Shape;23;p17"/>
          <p:cNvSpPr txBox="1">
            <a:spLocks noGrp="1"/>
          </p:cNvSpPr>
          <p:nvPr>
            <p:ph type="dt" idx="10"/>
          </p:nvPr>
        </p:nvSpPr>
        <p:spPr>
          <a:xfrm>
            <a:off x="628650" y="6565257"/>
            <a:ext cx="2057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a:solidFill>
                  <a:srgbClr val="C00000"/>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4" name="Google Shape;24;p17"/>
          <p:cNvSpPr txBox="1">
            <a:spLocks noGrp="1"/>
          </p:cNvSpPr>
          <p:nvPr>
            <p:ph type="ftr" idx="11"/>
          </p:nvPr>
        </p:nvSpPr>
        <p:spPr>
          <a:xfrm>
            <a:off x="3028950" y="6565257"/>
            <a:ext cx="30861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a:solidFill>
                  <a:srgbClr val="C00000"/>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5" name="Google Shape;25;p17"/>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a:solidFill>
                  <a:srgbClr val="C00000"/>
                </a:solidFill>
                <a:latin typeface="Lato"/>
                <a:ea typeface="Lato"/>
                <a:cs typeface="Lato"/>
                <a:sym typeface="Lato"/>
              </a:defRPr>
            </a:lvl1pPr>
            <a:lvl2pPr marL="0" marR="0" lvl="1" indent="0" algn="r" rtl="0">
              <a:spcBef>
                <a:spcPts val="0"/>
              </a:spcBef>
              <a:buNone/>
              <a:defRPr sz="1200" b="1">
                <a:solidFill>
                  <a:srgbClr val="C00000"/>
                </a:solidFill>
                <a:latin typeface="Lato"/>
                <a:ea typeface="Lato"/>
                <a:cs typeface="Lato"/>
                <a:sym typeface="Lato"/>
              </a:defRPr>
            </a:lvl2pPr>
            <a:lvl3pPr marL="0" marR="0" lvl="2" indent="0" algn="r" rtl="0">
              <a:spcBef>
                <a:spcPts val="0"/>
              </a:spcBef>
              <a:buNone/>
              <a:defRPr sz="1200" b="1">
                <a:solidFill>
                  <a:srgbClr val="C00000"/>
                </a:solidFill>
                <a:latin typeface="Lato"/>
                <a:ea typeface="Lato"/>
                <a:cs typeface="Lato"/>
                <a:sym typeface="Lato"/>
              </a:defRPr>
            </a:lvl3pPr>
            <a:lvl4pPr marL="0" marR="0" lvl="3" indent="0" algn="r" rtl="0">
              <a:spcBef>
                <a:spcPts val="0"/>
              </a:spcBef>
              <a:buNone/>
              <a:defRPr sz="1200" b="1">
                <a:solidFill>
                  <a:srgbClr val="C00000"/>
                </a:solidFill>
                <a:latin typeface="Lato"/>
                <a:ea typeface="Lato"/>
                <a:cs typeface="Lato"/>
                <a:sym typeface="Lato"/>
              </a:defRPr>
            </a:lvl4pPr>
            <a:lvl5pPr marL="0" marR="0" lvl="4" indent="0" algn="r" rtl="0">
              <a:spcBef>
                <a:spcPts val="0"/>
              </a:spcBef>
              <a:buNone/>
              <a:defRPr sz="1200" b="1">
                <a:solidFill>
                  <a:srgbClr val="C00000"/>
                </a:solidFill>
                <a:latin typeface="Lato"/>
                <a:ea typeface="Lato"/>
                <a:cs typeface="Lato"/>
                <a:sym typeface="Lato"/>
              </a:defRPr>
            </a:lvl5pPr>
            <a:lvl6pPr marL="0" marR="0" lvl="5" indent="0" algn="r" rtl="0">
              <a:spcBef>
                <a:spcPts val="0"/>
              </a:spcBef>
              <a:buNone/>
              <a:defRPr sz="1200" b="1">
                <a:solidFill>
                  <a:srgbClr val="C00000"/>
                </a:solidFill>
                <a:latin typeface="Lato"/>
                <a:ea typeface="Lato"/>
                <a:cs typeface="Lato"/>
                <a:sym typeface="Lato"/>
              </a:defRPr>
            </a:lvl6pPr>
            <a:lvl7pPr marL="0" marR="0" lvl="6" indent="0" algn="r" rtl="0">
              <a:spcBef>
                <a:spcPts val="0"/>
              </a:spcBef>
              <a:buNone/>
              <a:defRPr sz="1200" b="1">
                <a:solidFill>
                  <a:srgbClr val="C00000"/>
                </a:solidFill>
                <a:latin typeface="Lato"/>
                <a:ea typeface="Lato"/>
                <a:cs typeface="Lato"/>
                <a:sym typeface="Lato"/>
              </a:defRPr>
            </a:lvl7pPr>
            <a:lvl8pPr marL="0" marR="0" lvl="7" indent="0" algn="r" rtl="0">
              <a:spcBef>
                <a:spcPts val="0"/>
              </a:spcBef>
              <a:buNone/>
              <a:defRPr sz="1200" b="1">
                <a:solidFill>
                  <a:srgbClr val="C00000"/>
                </a:solidFill>
                <a:latin typeface="Lato"/>
                <a:ea typeface="Lato"/>
                <a:cs typeface="Lato"/>
                <a:sym typeface="Lato"/>
              </a:defRPr>
            </a:lvl8pPr>
            <a:lvl9pPr marL="0" marR="0" lvl="8" indent="0" algn="r" rtl="0">
              <a:spcBef>
                <a:spcPts val="0"/>
              </a:spcBef>
              <a:buNone/>
              <a:defRPr sz="1200" b="1">
                <a:solidFill>
                  <a:srgbClr val="C00000"/>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
        <p:nvSpPr>
          <p:cNvPr id="26" name="Google Shape;26;p17"/>
          <p:cNvSpPr txBox="1">
            <a:spLocks noGrp="1"/>
          </p:cNvSpPr>
          <p:nvPr>
            <p:ph type="body" idx="1"/>
          </p:nvPr>
        </p:nvSpPr>
        <p:spPr>
          <a:xfrm>
            <a:off x="528828" y="1423289"/>
            <a:ext cx="38862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Lato"/>
                <a:ea typeface="Lato"/>
                <a:cs typeface="Lato"/>
                <a:sym typeface="Lato"/>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Lato"/>
                <a:ea typeface="Lato"/>
                <a:cs typeface="Lato"/>
                <a:sym typeface="Lato"/>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Lato"/>
                <a:ea typeface="Lato"/>
                <a:cs typeface="Lato"/>
                <a:sym typeface="Lato"/>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7" name="Google Shape;27;p17"/>
          <p:cNvSpPr txBox="1">
            <a:spLocks noGrp="1"/>
          </p:cNvSpPr>
          <p:nvPr>
            <p:ph type="body" idx="2"/>
          </p:nvPr>
        </p:nvSpPr>
        <p:spPr>
          <a:xfrm>
            <a:off x="4572000" y="1423289"/>
            <a:ext cx="38862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Lato"/>
                <a:ea typeface="Lato"/>
                <a:cs typeface="Lato"/>
                <a:sym typeface="Lato"/>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Lato"/>
                <a:ea typeface="Lato"/>
                <a:cs typeface="Lato"/>
                <a:sym typeface="Lato"/>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Lato"/>
                <a:ea typeface="Lato"/>
                <a:cs typeface="Lato"/>
                <a:sym typeface="Lato"/>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8" name="Google Shape;28;p17"/>
          <p:cNvSpPr txBox="1">
            <a:spLocks noGrp="1"/>
          </p:cNvSpPr>
          <p:nvPr>
            <p:ph type="title"/>
          </p:nvPr>
        </p:nvSpPr>
        <p:spPr>
          <a:xfrm>
            <a:off x="235077" y="78613"/>
            <a:ext cx="8673846" cy="451739"/>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Lato"/>
              <a:buNone/>
              <a:defRPr sz="2800" b="1" i="0" u="none" strike="noStrike" cap="non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2_Blank">
  <p:cSld name="2_Blank">
    <p:bg>
      <p:bgPr>
        <a:blipFill>
          <a:blip r:embed="rId2">
            <a:alphaModFix/>
          </a:blip>
          <a:stretch>
            <a:fillRect/>
          </a:stretch>
        </a:blipFill>
        <a:effectLst/>
      </p:bgPr>
    </p:bg>
    <p:spTree>
      <p:nvGrpSpPr>
        <p:cNvPr id="1" name="Shape 29"/>
        <p:cNvGrpSpPr/>
        <p:nvPr/>
      </p:nvGrpSpPr>
      <p:grpSpPr>
        <a:xfrm>
          <a:off x="0" y="0"/>
          <a:ext cx="0" cy="0"/>
          <a:chOff x="0" y="0"/>
          <a:chExt cx="0" cy="0"/>
        </a:xfrm>
      </p:grpSpPr>
      <p:sp>
        <p:nvSpPr>
          <p:cNvPr id="30" name="Google Shape;30;p18"/>
          <p:cNvSpPr txBox="1">
            <a:spLocks noGrp="1"/>
          </p:cNvSpPr>
          <p:nvPr>
            <p:ph type="title"/>
          </p:nvPr>
        </p:nvSpPr>
        <p:spPr>
          <a:xfrm>
            <a:off x="235077" y="78613"/>
            <a:ext cx="8673846" cy="451739"/>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Lato"/>
              <a:buNone/>
              <a:defRPr sz="2800" b="1" i="0" u="none" strike="noStrike" cap="non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1" name="Google Shape;31;p18"/>
          <p:cNvSpPr txBox="1">
            <a:spLocks noGrp="1"/>
          </p:cNvSpPr>
          <p:nvPr>
            <p:ph type="body" idx="1"/>
          </p:nvPr>
        </p:nvSpPr>
        <p:spPr>
          <a:xfrm>
            <a:off x="595884" y="1533017"/>
            <a:ext cx="38862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Lato"/>
                <a:ea typeface="Lato"/>
                <a:cs typeface="Lato"/>
                <a:sym typeface="Lato"/>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Lato"/>
                <a:ea typeface="Lato"/>
                <a:cs typeface="Lato"/>
                <a:sym typeface="Lato"/>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Lato"/>
                <a:ea typeface="Lato"/>
                <a:cs typeface="Lato"/>
                <a:sym typeface="Lato"/>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2" name="Google Shape;32;p18"/>
          <p:cNvSpPr txBox="1">
            <a:spLocks noGrp="1"/>
          </p:cNvSpPr>
          <p:nvPr>
            <p:ph type="body" idx="2"/>
          </p:nvPr>
        </p:nvSpPr>
        <p:spPr>
          <a:xfrm>
            <a:off x="4639056" y="1533017"/>
            <a:ext cx="38862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Lato"/>
                <a:ea typeface="Lato"/>
                <a:cs typeface="Lato"/>
                <a:sym typeface="Lato"/>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Lato"/>
                <a:ea typeface="Lato"/>
                <a:cs typeface="Lato"/>
                <a:sym typeface="Lato"/>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Lato"/>
                <a:ea typeface="Lato"/>
                <a:cs typeface="Lato"/>
                <a:sym typeface="Lato"/>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3" name="Google Shape;33;p18"/>
          <p:cNvSpPr txBox="1">
            <a:spLocks noGrp="1"/>
          </p:cNvSpPr>
          <p:nvPr>
            <p:ph type="dt" idx="10"/>
          </p:nvPr>
        </p:nvSpPr>
        <p:spPr>
          <a:xfrm>
            <a:off x="628650" y="6565257"/>
            <a:ext cx="2057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a:solidFill>
                  <a:srgbClr val="1F3864"/>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4" name="Google Shape;34;p18"/>
          <p:cNvSpPr txBox="1">
            <a:spLocks noGrp="1"/>
          </p:cNvSpPr>
          <p:nvPr>
            <p:ph type="ftr" idx="11"/>
          </p:nvPr>
        </p:nvSpPr>
        <p:spPr>
          <a:xfrm>
            <a:off x="3028950" y="6565257"/>
            <a:ext cx="30861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a:solidFill>
                  <a:srgbClr val="1F3864"/>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5" name="Google Shape;35;p18"/>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a:solidFill>
                  <a:srgbClr val="1F3864"/>
                </a:solidFill>
                <a:latin typeface="Lato"/>
                <a:ea typeface="Lato"/>
                <a:cs typeface="Lato"/>
                <a:sym typeface="Lato"/>
              </a:defRPr>
            </a:lvl1pPr>
            <a:lvl2pPr marL="0" marR="0" lvl="1" indent="0" algn="r" rtl="0">
              <a:spcBef>
                <a:spcPts val="0"/>
              </a:spcBef>
              <a:buNone/>
              <a:defRPr sz="1200" b="1">
                <a:solidFill>
                  <a:srgbClr val="1F3864"/>
                </a:solidFill>
                <a:latin typeface="Lato"/>
                <a:ea typeface="Lato"/>
                <a:cs typeface="Lato"/>
                <a:sym typeface="Lato"/>
              </a:defRPr>
            </a:lvl2pPr>
            <a:lvl3pPr marL="0" marR="0" lvl="2" indent="0" algn="r" rtl="0">
              <a:spcBef>
                <a:spcPts val="0"/>
              </a:spcBef>
              <a:buNone/>
              <a:defRPr sz="1200" b="1">
                <a:solidFill>
                  <a:srgbClr val="1F3864"/>
                </a:solidFill>
                <a:latin typeface="Lato"/>
                <a:ea typeface="Lato"/>
                <a:cs typeface="Lato"/>
                <a:sym typeface="Lato"/>
              </a:defRPr>
            </a:lvl3pPr>
            <a:lvl4pPr marL="0" marR="0" lvl="3" indent="0" algn="r" rtl="0">
              <a:spcBef>
                <a:spcPts val="0"/>
              </a:spcBef>
              <a:buNone/>
              <a:defRPr sz="1200" b="1">
                <a:solidFill>
                  <a:srgbClr val="1F3864"/>
                </a:solidFill>
                <a:latin typeface="Lato"/>
                <a:ea typeface="Lato"/>
                <a:cs typeface="Lato"/>
                <a:sym typeface="Lato"/>
              </a:defRPr>
            </a:lvl4pPr>
            <a:lvl5pPr marL="0" marR="0" lvl="4" indent="0" algn="r" rtl="0">
              <a:spcBef>
                <a:spcPts val="0"/>
              </a:spcBef>
              <a:buNone/>
              <a:defRPr sz="1200" b="1">
                <a:solidFill>
                  <a:srgbClr val="1F3864"/>
                </a:solidFill>
                <a:latin typeface="Lato"/>
                <a:ea typeface="Lato"/>
                <a:cs typeface="Lato"/>
                <a:sym typeface="Lato"/>
              </a:defRPr>
            </a:lvl5pPr>
            <a:lvl6pPr marL="0" marR="0" lvl="5" indent="0" algn="r" rtl="0">
              <a:spcBef>
                <a:spcPts val="0"/>
              </a:spcBef>
              <a:buNone/>
              <a:defRPr sz="1200" b="1">
                <a:solidFill>
                  <a:srgbClr val="1F3864"/>
                </a:solidFill>
                <a:latin typeface="Lato"/>
                <a:ea typeface="Lato"/>
                <a:cs typeface="Lato"/>
                <a:sym typeface="Lato"/>
              </a:defRPr>
            </a:lvl6pPr>
            <a:lvl7pPr marL="0" marR="0" lvl="6" indent="0" algn="r" rtl="0">
              <a:spcBef>
                <a:spcPts val="0"/>
              </a:spcBef>
              <a:buNone/>
              <a:defRPr sz="1200" b="1">
                <a:solidFill>
                  <a:srgbClr val="1F3864"/>
                </a:solidFill>
                <a:latin typeface="Lato"/>
                <a:ea typeface="Lato"/>
                <a:cs typeface="Lato"/>
                <a:sym typeface="Lato"/>
              </a:defRPr>
            </a:lvl7pPr>
            <a:lvl8pPr marL="0" marR="0" lvl="7" indent="0" algn="r" rtl="0">
              <a:spcBef>
                <a:spcPts val="0"/>
              </a:spcBef>
              <a:buNone/>
              <a:defRPr sz="1200" b="1">
                <a:solidFill>
                  <a:srgbClr val="1F3864"/>
                </a:solidFill>
                <a:latin typeface="Lato"/>
                <a:ea typeface="Lato"/>
                <a:cs typeface="Lato"/>
                <a:sym typeface="Lato"/>
              </a:defRPr>
            </a:lvl8pPr>
            <a:lvl9pPr marL="0" marR="0" lvl="8" indent="0" algn="r" rtl="0">
              <a:spcBef>
                <a:spcPts val="0"/>
              </a:spcBef>
              <a:buNone/>
              <a:defRPr sz="1200" b="1">
                <a:solidFill>
                  <a:srgbClr val="1F3864"/>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2_Comparison">
  <p:cSld name="2_Comparison">
    <p:bg>
      <p:bgPr>
        <a:blipFill>
          <a:blip r:embed="rId2">
            <a:alphaModFix/>
          </a:blip>
          <a:stretch>
            <a:fillRect/>
          </a:stretch>
        </a:blipFill>
        <a:effectLst/>
      </p:bgPr>
    </p:bg>
    <p:spTree>
      <p:nvGrpSpPr>
        <p:cNvPr id="1" name="Shape 36"/>
        <p:cNvGrpSpPr/>
        <p:nvPr/>
      </p:nvGrpSpPr>
      <p:grpSpPr>
        <a:xfrm>
          <a:off x="0" y="0"/>
          <a:ext cx="0" cy="0"/>
          <a:chOff x="0" y="0"/>
          <a:chExt cx="0" cy="0"/>
        </a:xfrm>
      </p:grpSpPr>
      <p:sp>
        <p:nvSpPr>
          <p:cNvPr id="37" name="Google Shape;37;p19"/>
          <p:cNvSpPr txBox="1">
            <a:spLocks noGrp="1"/>
          </p:cNvSpPr>
          <p:nvPr>
            <p:ph type="dt" idx="10"/>
          </p:nvPr>
        </p:nvSpPr>
        <p:spPr>
          <a:xfrm>
            <a:off x="628650" y="6565257"/>
            <a:ext cx="2057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a:solidFill>
                  <a:srgbClr val="C00000"/>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8" name="Google Shape;38;p19"/>
          <p:cNvSpPr txBox="1">
            <a:spLocks noGrp="1"/>
          </p:cNvSpPr>
          <p:nvPr>
            <p:ph type="ftr" idx="11"/>
          </p:nvPr>
        </p:nvSpPr>
        <p:spPr>
          <a:xfrm>
            <a:off x="3028950" y="6565257"/>
            <a:ext cx="30861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a:solidFill>
                  <a:srgbClr val="C00000"/>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9" name="Google Shape;39;p19"/>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a:solidFill>
                  <a:srgbClr val="C00000"/>
                </a:solidFill>
                <a:latin typeface="Lato"/>
                <a:ea typeface="Lato"/>
                <a:cs typeface="Lato"/>
                <a:sym typeface="Lato"/>
              </a:defRPr>
            </a:lvl1pPr>
            <a:lvl2pPr marL="0" marR="0" lvl="1" indent="0" algn="r" rtl="0">
              <a:spcBef>
                <a:spcPts val="0"/>
              </a:spcBef>
              <a:buNone/>
              <a:defRPr sz="1200" b="1">
                <a:solidFill>
                  <a:srgbClr val="C00000"/>
                </a:solidFill>
                <a:latin typeface="Lato"/>
                <a:ea typeface="Lato"/>
                <a:cs typeface="Lato"/>
                <a:sym typeface="Lato"/>
              </a:defRPr>
            </a:lvl2pPr>
            <a:lvl3pPr marL="0" marR="0" lvl="2" indent="0" algn="r" rtl="0">
              <a:spcBef>
                <a:spcPts val="0"/>
              </a:spcBef>
              <a:buNone/>
              <a:defRPr sz="1200" b="1">
                <a:solidFill>
                  <a:srgbClr val="C00000"/>
                </a:solidFill>
                <a:latin typeface="Lato"/>
                <a:ea typeface="Lato"/>
                <a:cs typeface="Lato"/>
                <a:sym typeface="Lato"/>
              </a:defRPr>
            </a:lvl3pPr>
            <a:lvl4pPr marL="0" marR="0" lvl="3" indent="0" algn="r" rtl="0">
              <a:spcBef>
                <a:spcPts val="0"/>
              </a:spcBef>
              <a:buNone/>
              <a:defRPr sz="1200" b="1">
                <a:solidFill>
                  <a:srgbClr val="C00000"/>
                </a:solidFill>
                <a:latin typeface="Lato"/>
                <a:ea typeface="Lato"/>
                <a:cs typeface="Lato"/>
                <a:sym typeface="Lato"/>
              </a:defRPr>
            </a:lvl4pPr>
            <a:lvl5pPr marL="0" marR="0" lvl="4" indent="0" algn="r" rtl="0">
              <a:spcBef>
                <a:spcPts val="0"/>
              </a:spcBef>
              <a:buNone/>
              <a:defRPr sz="1200" b="1">
                <a:solidFill>
                  <a:srgbClr val="C00000"/>
                </a:solidFill>
                <a:latin typeface="Lato"/>
                <a:ea typeface="Lato"/>
                <a:cs typeface="Lato"/>
                <a:sym typeface="Lato"/>
              </a:defRPr>
            </a:lvl5pPr>
            <a:lvl6pPr marL="0" marR="0" lvl="5" indent="0" algn="r" rtl="0">
              <a:spcBef>
                <a:spcPts val="0"/>
              </a:spcBef>
              <a:buNone/>
              <a:defRPr sz="1200" b="1">
                <a:solidFill>
                  <a:srgbClr val="C00000"/>
                </a:solidFill>
                <a:latin typeface="Lato"/>
                <a:ea typeface="Lato"/>
                <a:cs typeface="Lato"/>
                <a:sym typeface="Lato"/>
              </a:defRPr>
            </a:lvl6pPr>
            <a:lvl7pPr marL="0" marR="0" lvl="6" indent="0" algn="r" rtl="0">
              <a:spcBef>
                <a:spcPts val="0"/>
              </a:spcBef>
              <a:buNone/>
              <a:defRPr sz="1200" b="1">
                <a:solidFill>
                  <a:srgbClr val="C00000"/>
                </a:solidFill>
                <a:latin typeface="Lato"/>
                <a:ea typeface="Lato"/>
                <a:cs typeface="Lato"/>
                <a:sym typeface="Lato"/>
              </a:defRPr>
            </a:lvl7pPr>
            <a:lvl8pPr marL="0" marR="0" lvl="7" indent="0" algn="r" rtl="0">
              <a:spcBef>
                <a:spcPts val="0"/>
              </a:spcBef>
              <a:buNone/>
              <a:defRPr sz="1200" b="1">
                <a:solidFill>
                  <a:srgbClr val="C00000"/>
                </a:solidFill>
                <a:latin typeface="Lato"/>
                <a:ea typeface="Lato"/>
                <a:cs typeface="Lato"/>
                <a:sym typeface="Lato"/>
              </a:defRPr>
            </a:lvl8pPr>
            <a:lvl9pPr marL="0" marR="0" lvl="8" indent="0" algn="r" rtl="0">
              <a:spcBef>
                <a:spcPts val="0"/>
              </a:spcBef>
              <a:buNone/>
              <a:defRPr sz="1200" b="1">
                <a:solidFill>
                  <a:srgbClr val="C00000"/>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
        <p:nvSpPr>
          <p:cNvPr id="40" name="Google Shape;40;p19"/>
          <p:cNvSpPr txBox="1">
            <a:spLocks noGrp="1"/>
          </p:cNvSpPr>
          <p:nvPr>
            <p:ph type="title"/>
          </p:nvPr>
        </p:nvSpPr>
        <p:spPr>
          <a:xfrm>
            <a:off x="235077" y="78613"/>
            <a:ext cx="8673846" cy="451739"/>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Lato"/>
              <a:buNone/>
              <a:defRPr sz="2800" b="1" i="0" u="none" strike="noStrike" cap="non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1" name="Google Shape;41;p19"/>
          <p:cNvSpPr txBox="1">
            <a:spLocks noGrp="1"/>
          </p:cNvSpPr>
          <p:nvPr>
            <p:ph type="body" idx="1"/>
          </p:nvPr>
        </p:nvSpPr>
        <p:spPr>
          <a:xfrm>
            <a:off x="234950" y="1227550"/>
            <a:ext cx="8674100" cy="4868449"/>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Lato"/>
                <a:ea typeface="Lato"/>
                <a:cs typeface="Lato"/>
                <a:sym typeface="Lato"/>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Lato"/>
                <a:ea typeface="Lato"/>
                <a:cs typeface="Lato"/>
                <a:sym typeface="Lato"/>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Lato"/>
                <a:ea typeface="Lato"/>
                <a:cs typeface="Lato"/>
                <a:sym typeface="Lato"/>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3_Blank">
  <p:cSld name="3_Blank">
    <p:bg>
      <p:bgPr>
        <a:blipFill>
          <a:blip r:embed="rId2">
            <a:alphaModFix/>
          </a:blip>
          <a:stretch>
            <a:fillRect/>
          </a:stretch>
        </a:blipFill>
        <a:effectLst/>
      </p:bgPr>
    </p:bg>
    <p:spTree>
      <p:nvGrpSpPr>
        <p:cNvPr id="1" name="Shape 42"/>
        <p:cNvGrpSpPr/>
        <p:nvPr/>
      </p:nvGrpSpPr>
      <p:grpSpPr>
        <a:xfrm>
          <a:off x="0" y="0"/>
          <a:ext cx="0" cy="0"/>
          <a:chOff x="0" y="0"/>
          <a:chExt cx="0" cy="0"/>
        </a:xfrm>
      </p:grpSpPr>
      <p:sp>
        <p:nvSpPr>
          <p:cNvPr id="43" name="Google Shape;43;p20"/>
          <p:cNvSpPr txBox="1">
            <a:spLocks noGrp="1"/>
          </p:cNvSpPr>
          <p:nvPr>
            <p:ph type="title"/>
          </p:nvPr>
        </p:nvSpPr>
        <p:spPr>
          <a:xfrm>
            <a:off x="235077" y="78613"/>
            <a:ext cx="8673846" cy="451739"/>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Lato"/>
              <a:buNone/>
              <a:defRPr sz="2800" b="1" i="0" u="none" strike="noStrike" cap="non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4" name="Google Shape;44;p20"/>
          <p:cNvSpPr txBox="1">
            <a:spLocks noGrp="1"/>
          </p:cNvSpPr>
          <p:nvPr>
            <p:ph type="body" idx="1"/>
          </p:nvPr>
        </p:nvSpPr>
        <p:spPr>
          <a:xfrm>
            <a:off x="595884" y="1533017"/>
            <a:ext cx="38862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Lato"/>
                <a:ea typeface="Lato"/>
                <a:cs typeface="Lato"/>
                <a:sym typeface="Lato"/>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Lato"/>
                <a:ea typeface="Lato"/>
                <a:cs typeface="Lato"/>
                <a:sym typeface="Lato"/>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Lato"/>
                <a:ea typeface="Lato"/>
                <a:cs typeface="Lato"/>
                <a:sym typeface="Lato"/>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5" name="Google Shape;45;p20"/>
          <p:cNvSpPr txBox="1">
            <a:spLocks noGrp="1"/>
          </p:cNvSpPr>
          <p:nvPr>
            <p:ph type="body" idx="2"/>
          </p:nvPr>
        </p:nvSpPr>
        <p:spPr>
          <a:xfrm>
            <a:off x="4639056" y="1533017"/>
            <a:ext cx="38862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Lato"/>
                <a:ea typeface="Lato"/>
                <a:cs typeface="Lato"/>
                <a:sym typeface="Lato"/>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Lato"/>
                <a:ea typeface="Lato"/>
                <a:cs typeface="Lato"/>
                <a:sym typeface="Lato"/>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Lato"/>
                <a:ea typeface="Lato"/>
                <a:cs typeface="Lato"/>
                <a:sym typeface="Lato"/>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6" name="Google Shape;46;p20"/>
          <p:cNvSpPr txBox="1">
            <a:spLocks noGrp="1"/>
          </p:cNvSpPr>
          <p:nvPr>
            <p:ph type="dt" idx="10"/>
          </p:nvPr>
        </p:nvSpPr>
        <p:spPr>
          <a:xfrm>
            <a:off x="628650" y="6565257"/>
            <a:ext cx="2057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a:solidFill>
                  <a:srgbClr val="C00000"/>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7" name="Google Shape;47;p20"/>
          <p:cNvSpPr txBox="1">
            <a:spLocks noGrp="1"/>
          </p:cNvSpPr>
          <p:nvPr>
            <p:ph type="ftr" idx="11"/>
          </p:nvPr>
        </p:nvSpPr>
        <p:spPr>
          <a:xfrm>
            <a:off x="3028950" y="6565257"/>
            <a:ext cx="30861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a:solidFill>
                  <a:srgbClr val="C00000"/>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8" name="Google Shape;48;p20"/>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a:solidFill>
                  <a:srgbClr val="C00000"/>
                </a:solidFill>
                <a:latin typeface="Lato"/>
                <a:ea typeface="Lato"/>
                <a:cs typeface="Lato"/>
                <a:sym typeface="Lato"/>
              </a:defRPr>
            </a:lvl1pPr>
            <a:lvl2pPr marL="0" marR="0" lvl="1" indent="0" algn="r" rtl="0">
              <a:spcBef>
                <a:spcPts val="0"/>
              </a:spcBef>
              <a:buNone/>
              <a:defRPr sz="1200" b="1">
                <a:solidFill>
                  <a:srgbClr val="C00000"/>
                </a:solidFill>
                <a:latin typeface="Lato"/>
                <a:ea typeface="Lato"/>
                <a:cs typeface="Lato"/>
                <a:sym typeface="Lato"/>
              </a:defRPr>
            </a:lvl2pPr>
            <a:lvl3pPr marL="0" marR="0" lvl="2" indent="0" algn="r" rtl="0">
              <a:spcBef>
                <a:spcPts val="0"/>
              </a:spcBef>
              <a:buNone/>
              <a:defRPr sz="1200" b="1">
                <a:solidFill>
                  <a:srgbClr val="C00000"/>
                </a:solidFill>
                <a:latin typeface="Lato"/>
                <a:ea typeface="Lato"/>
                <a:cs typeface="Lato"/>
                <a:sym typeface="Lato"/>
              </a:defRPr>
            </a:lvl3pPr>
            <a:lvl4pPr marL="0" marR="0" lvl="3" indent="0" algn="r" rtl="0">
              <a:spcBef>
                <a:spcPts val="0"/>
              </a:spcBef>
              <a:buNone/>
              <a:defRPr sz="1200" b="1">
                <a:solidFill>
                  <a:srgbClr val="C00000"/>
                </a:solidFill>
                <a:latin typeface="Lato"/>
                <a:ea typeface="Lato"/>
                <a:cs typeface="Lato"/>
                <a:sym typeface="Lato"/>
              </a:defRPr>
            </a:lvl4pPr>
            <a:lvl5pPr marL="0" marR="0" lvl="4" indent="0" algn="r" rtl="0">
              <a:spcBef>
                <a:spcPts val="0"/>
              </a:spcBef>
              <a:buNone/>
              <a:defRPr sz="1200" b="1">
                <a:solidFill>
                  <a:srgbClr val="C00000"/>
                </a:solidFill>
                <a:latin typeface="Lato"/>
                <a:ea typeface="Lato"/>
                <a:cs typeface="Lato"/>
                <a:sym typeface="Lato"/>
              </a:defRPr>
            </a:lvl5pPr>
            <a:lvl6pPr marL="0" marR="0" lvl="5" indent="0" algn="r" rtl="0">
              <a:spcBef>
                <a:spcPts val="0"/>
              </a:spcBef>
              <a:buNone/>
              <a:defRPr sz="1200" b="1">
                <a:solidFill>
                  <a:srgbClr val="C00000"/>
                </a:solidFill>
                <a:latin typeface="Lato"/>
                <a:ea typeface="Lato"/>
                <a:cs typeface="Lato"/>
                <a:sym typeface="Lato"/>
              </a:defRPr>
            </a:lvl6pPr>
            <a:lvl7pPr marL="0" marR="0" lvl="6" indent="0" algn="r" rtl="0">
              <a:spcBef>
                <a:spcPts val="0"/>
              </a:spcBef>
              <a:buNone/>
              <a:defRPr sz="1200" b="1">
                <a:solidFill>
                  <a:srgbClr val="C00000"/>
                </a:solidFill>
                <a:latin typeface="Lato"/>
                <a:ea typeface="Lato"/>
                <a:cs typeface="Lato"/>
                <a:sym typeface="Lato"/>
              </a:defRPr>
            </a:lvl7pPr>
            <a:lvl8pPr marL="0" marR="0" lvl="7" indent="0" algn="r" rtl="0">
              <a:spcBef>
                <a:spcPts val="0"/>
              </a:spcBef>
              <a:buNone/>
              <a:defRPr sz="1200" b="1">
                <a:solidFill>
                  <a:srgbClr val="C00000"/>
                </a:solidFill>
                <a:latin typeface="Lato"/>
                <a:ea typeface="Lato"/>
                <a:cs typeface="Lato"/>
                <a:sym typeface="Lato"/>
              </a:defRPr>
            </a:lvl8pPr>
            <a:lvl9pPr marL="0" marR="0" lvl="8" indent="0" algn="r" rtl="0">
              <a:spcBef>
                <a:spcPts val="0"/>
              </a:spcBef>
              <a:buNone/>
              <a:defRPr sz="1200" b="1">
                <a:solidFill>
                  <a:srgbClr val="C00000"/>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3_Comparison">
  <p:cSld name="3_Comparison">
    <p:bg>
      <p:bgPr>
        <a:blipFill>
          <a:blip r:embed="rId2">
            <a:alphaModFix/>
          </a:blip>
          <a:stretch>
            <a:fillRect/>
          </a:stretch>
        </a:blipFill>
        <a:effectLst/>
      </p:bgPr>
    </p:bg>
    <p:spTree>
      <p:nvGrpSpPr>
        <p:cNvPr id="1" name="Shape 49"/>
        <p:cNvGrpSpPr/>
        <p:nvPr/>
      </p:nvGrpSpPr>
      <p:grpSpPr>
        <a:xfrm>
          <a:off x="0" y="0"/>
          <a:ext cx="0" cy="0"/>
          <a:chOff x="0" y="0"/>
          <a:chExt cx="0" cy="0"/>
        </a:xfrm>
      </p:grpSpPr>
      <p:sp>
        <p:nvSpPr>
          <p:cNvPr id="50" name="Google Shape;50;p21"/>
          <p:cNvSpPr txBox="1">
            <a:spLocks noGrp="1"/>
          </p:cNvSpPr>
          <p:nvPr>
            <p:ph type="dt" idx="10"/>
          </p:nvPr>
        </p:nvSpPr>
        <p:spPr>
          <a:xfrm>
            <a:off x="628650" y="6565257"/>
            <a:ext cx="2057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a:solidFill>
                  <a:srgbClr val="C00000"/>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1" name="Google Shape;51;p21"/>
          <p:cNvSpPr txBox="1">
            <a:spLocks noGrp="1"/>
          </p:cNvSpPr>
          <p:nvPr>
            <p:ph type="ftr" idx="11"/>
          </p:nvPr>
        </p:nvSpPr>
        <p:spPr>
          <a:xfrm>
            <a:off x="3028950" y="6565257"/>
            <a:ext cx="30861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a:solidFill>
                  <a:srgbClr val="C00000"/>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2" name="Google Shape;52;p21"/>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a:solidFill>
                  <a:srgbClr val="C00000"/>
                </a:solidFill>
                <a:latin typeface="Lato"/>
                <a:ea typeface="Lato"/>
                <a:cs typeface="Lato"/>
                <a:sym typeface="Lato"/>
              </a:defRPr>
            </a:lvl1pPr>
            <a:lvl2pPr marL="0" marR="0" lvl="1" indent="0" algn="r" rtl="0">
              <a:spcBef>
                <a:spcPts val="0"/>
              </a:spcBef>
              <a:buNone/>
              <a:defRPr sz="1200" b="1">
                <a:solidFill>
                  <a:srgbClr val="C00000"/>
                </a:solidFill>
                <a:latin typeface="Lato"/>
                <a:ea typeface="Lato"/>
                <a:cs typeface="Lato"/>
                <a:sym typeface="Lato"/>
              </a:defRPr>
            </a:lvl2pPr>
            <a:lvl3pPr marL="0" marR="0" lvl="2" indent="0" algn="r" rtl="0">
              <a:spcBef>
                <a:spcPts val="0"/>
              </a:spcBef>
              <a:buNone/>
              <a:defRPr sz="1200" b="1">
                <a:solidFill>
                  <a:srgbClr val="C00000"/>
                </a:solidFill>
                <a:latin typeface="Lato"/>
                <a:ea typeface="Lato"/>
                <a:cs typeface="Lato"/>
                <a:sym typeface="Lato"/>
              </a:defRPr>
            </a:lvl3pPr>
            <a:lvl4pPr marL="0" marR="0" lvl="3" indent="0" algn="r" rtl="0">
              <a:spcBef>
                <a:spcPts val="0"/>
              </a:spcBef>
              <a:buNone/>
              <a:defRPr sz="1200" b="1">
                <a:solidFill>
                  <a:srgbClr val="C00000"/>
                </a:solidFill>
                <a:latin typeface="Lato"/>
                <a:ea typeface="Lato"/>
                <a:cs typeface="Lato"/>
                <a:sym typeface="Lato"/>
              </a:defRPr>
            </a:lvl4pPr>
            <a:lvl5pPr marL="0" marR="0" lvl="4" indent="0" algn="r" rtl="0">
              <a:spcBef>
                <a:spcPts val="0"/>
              </a:spcBef>
              <a:buNone/>
              <a:defRPr sz="1200" b="1">
                <a:solidFill>
                  <a:srgbClr val="C00000"/>
                </a:solidFill>
                <a:latin typeface="Lato"/>
                <a:ea typeface="Lato"/>
                <a:cs typeface="Lato"/>
                <a:sym typeface="Lato"/>
              </a:defRPr>
            </a:lvl5pPr>
            <a:lvl6pPr marL="0" marR="0" lvl="5" indent="0" algn="r" rtl="0">
              <a:spcBef>
                <a:spcPts val="0"/>
              </a:spcBef>
              <a:buNone/>
              <a:defRPr sz="1200" b="1">
                <a:solidFill>
                  <a:srgbClr val="C00000"/>
                </a:solidFill>
                <a:latin typeface="Lato"/>
                <a:ea typeface="Lato"/>
                <a:cs typeface="Lato"/>
                <a:sym typeface="Lato"/>
              </a:defRPr>
            </a:lvl6pPr>
            <a:lvl7pPr marL="0" marR="0" lvl="6" indent="0" algn="r" rtl="0">
              <a:spcBef>
                <a:spcPts val="0"/>
              </a:spcBef>
              <a:buNone/>
              <a:defRPr sz="1200" b="1">
                <a:solidFill>
                  <a:srgbClr val="C00000"/>
                </a:solidFill>
                <a:latin typeface="Lato"/>
                <a:ea typeface="Lato"/>
                <a:cs typeface="Lato"/>
                <a:sym typeface="Lato"/>
              </a:defRPr>
            </a:lvl7pPr>
            <a:lvl8pPr marL="0" marR="0" lvl="7" indent="0" algn="r" rtl="0">
              <a:spcBef>
                <a:spcPts val="0"/>
              </a:spcBef>
              <a:buNone/>
              <a:defRPr sz="1200" b="1">
                <a:solidFill>
                  <a:srgbClr val="C00000"/>
                </a:solidFill>
                <a:latin typeface="Lato"/>
                <a:ea typeface="Lato"/>
                <a:cs typeface="Lato"/>
                <a:sym typeface="Lato"/>
              </a:defRPr>
            </a:lvl8pPr>
            <a:lvl9pPr marL="0" marR="0" lvl="8" indent="0" algn="r" rtl="0">
              <a:spcBef>
                <a:spcPts val="0"/>
              </a:spcBef>
              <a:buNone/>
              <a:defRPr sz="1200" b="1">
                <a:solidFill>
                  <a:srgbClr val="C00000"/>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
        <p:nvSpPr>
          <p:cNvPr id="53" name="Google Shape;53;p21"/>
          <p:cNvSpPr txBox="1">
            <a:spLocks noGrp="1"/>
          </p:cNvSpPr>
          <p:nvPr>
            <p:ph type="title"/>
          </p:nvPr>
        </p:nvSpPr>
        <p:spPr>
          <a:xfrm>
            <a:off x="235077" y="78613"/>
            <a:ext cx="8673846" cy="451739"/>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Lato"/>
              <a:buNone/>
              <a:defRPr sz="2800" b="1" i="0" u="none" strike="noStrike" cap="non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4" name="Google Shape;54;p21"/>
          <p:cNvSpPr txBox="1">
            <a:spLocks noGrp="1"/>
          </p:cNvSpPr>
          <p:nvPr>
            <p:ph type="body" idx="1"/>
          </p:nvPr>
        </p:nvSpPr>
        <p:spPr>
          <a:xfrm>
            <a:off x="234950" y="1164920"/>
            <a:ext cx="8674100" cy="4931079"/>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Lato"/>
                <a:ea typeface="Lato"/>
                <a:cs typeface="Lato"/>
                <a:sym typeface="Lato"/>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Lato"/>
                <a:ea typeface="Lato"/>
                <a:cs typeface="Lato"/>
                <a:sym typeface="Lato"/>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Lato"/>
                <a:ea typeface="Lato"/>
                <a:cs typeface="Lato"/>
                <a:sym typeface="Lato"/>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1">
            <a:alphaModFix/>
          </a:blip>
          <a:stretch>
            <a:fillRect/>
          </a:stretch>
        </a:blip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3.xml"/><Relationship Id="rId5" Type="http://schemas.openxmlformats.org/officeDocument/2006/relationships/image" Target="../media/image21.png"/><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pic>
        <p:nvPicPr>
          <p:cNvPr id="63" name="Google Shape;63;p2"/>
          <p:cNvPicPr preferRelativeResize="0"/>
          <p:nvPr/>
        </p:nvPicPr>
        <p:blipFill rotWithShape="1">
          <a:blip r:embed="rId3">
            <a:alphaModFix/>
          </a:blip>
          <a:srcRect/>
          <a:stretch/>
        </p:blipFill>
        <p:spPr>
          <a:xfrm>
            <a:off x="413012" y="398419"/>
            <a:ext cx="2037225" cy="611594"/>
          </a:xfrm>
          <a:prstGeom prst="rect">
            <a:avLst/>
          </a:prstGeom>
          <a:noFill/>
          <a:ln>
            <a:noFill/>
          </a:ln>
        </p:spPr>
      </p:pic>
      <p:sp>
        <p:nvSpPr>
          <p:cNvPr id="64" name="Google Shape;64;p2"/>
          <p:cNvSpPr txBox="1"/>
          <p:nvPr/>
        </p:nvSpPr>
        <p:spPr>
          <a:xfrm>
            <a:off x="413012" y="1944936"/>
            <a:ext cx="7342500" cy="8487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C00000"/>
              </a:buClr>
              <a:buSzPts val="5400"/>
              <a:buFont typeface="Lato"/>
              <a:buNone/>
            </a:pPr>
            <a:r>
              <a:rPr lang="en-US" sz="5400" b="1" i="0" u="none" strike="noStrike" cap="none">
                <a:solidFill>
                  <a:srgbClr val="C00000"/>
                </a:solidFill>
                <a:latin typeface="Lato"/>
                <a:ea typeface="Lato"/>
                <a:cs typeface="Lato"/>
                <a:sym typeface="Lato"/>
              </a:rPr>
              <a:t>TSP with time window</a:t>
            </a:r>
            <a:endParaRPr sz="5400" b="1" i="0" u="none" strike="noStrike" cap="none">
              <a:solidFill>
                <a:srgbClr val="C00000"/>
              </a:solidFill>
              <a:latin typeface="Lato"/>
              <a:ea typeface="Lato"/>
              <a:cs typeface="Lato"/>
              <a:sym typeface="Lato"/>
            </a:endParaRPr>
          </a:p>
        </p:txBody>
      </p:sp>
      <p:sp>
        <p:nvSpPr>
          <p:cNvPr id="65" name="Google Shape;65;p2"/>
          <p:cNvSpPr txBox="1"/>
          <p:nvPr/>
        </p:nvSpPr>
        <p:spPr>
          <a:xfrm>
            <a:off x="413012" y="3090922"/>
            <a:ext cx="7342500" cy="8487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C00000"/>
              </a:buClr>
              <a:buSzPts val="2800"/>
              <a:buFont typeface="Lato"/>
              <a:buNone/>
            </a:pPr>
            <a:r>
              <a:rPr lang="en-US" sz="2800" b="0" i="0" u="none" strike="noStrike" cap="none">
                <a:solidFill>
                  <a:srgbClr val="C00000"/>
                </a:solidFill>
                <a:latin typeface="Lato"/>
                <a:ea typeface="Lato"/>
                <a:cs typeface="Lato"/>
                <a:sym typeface="Lato"/>
              </a:rPr>
              <a:t>Group 5</a:t>
            </a:r>
            <a:endParaRPr/>
          </a:p>
          <a:p>
            <a:pPr marL="457200" marR="0" lvl="0" indent="-406400" algn="l" rtl="0">
              <a:lnSpc>
                <a:spcPct val="90000"/>
              </a:lnSpc>
              <a:spcBef>
                <a:spcPts val="0"/>
              </a:spcBef>
              <a:spcAft>
                <a:spcPts val="0"/>
              </a:spcAft>
              <a:buClr>
                <a:srgbClr val="C00000"/>
              </a:buClr>
              <a:buSzPts val="2800"/>
              <a:buFont typeface="Lato"/>
              <a:buChar char="-"/>
            </a:pPr>
            <a:r>
              <a:rPr lang="en-US" sz="2800">
                <a:solidFill>
                  <a:srgbClr val="C00000"/>
                </a:solidFill>
                <a:latin typeface="Lato"/>
                <a:ea typeface="Lato"/>
                <a:cs typeface="Lato"/>
                <a:sym typeface="Lato"/>
              </a:rPr>
              <a:t>Phạm Thanh An - 20224911</a:t>
            </a:r>
            <a:endParaRPr sz="2800">
              <a:solidFill>
                <a:srgbClr val="C00000"/>
              </a:solidFill>
              <a:latin typeface="Lato"/>
              <a:ea typeface="Lato"/>
              <a:cs typeface="Lato"/>
              <a:sym typeface="Lato"/>
            </a:endParaRPr>
          </a:p>
          <a:p>
            <a:pPr marL="457200" marR="0" lvl="0" indent="-406400" algn="l" rtl="0">
              <a:lnSpc>
                <a:spcPct val="90000"/>
              </a:lnSpc>
              <a:spcBef>
                <a:spcPts val="0"/>
              </a:spcBef>
              <a:spcAft>
                <a:spcPts val="0"/>
              </a:spcAft>
              <a:buClr>
                <a:srgbClr val="C00000"/>
              </a:buClr>
              <a:buSzPts val="2800"/>
              <a:buFont typeface="Lato"/>
              <a:buChar char="-"/>
            </a:pPr>
            <a:r>
              <a:rPr lang="en-US" sz="2800">
                <a:solidFill>
                  <a:srgbClr val="C00000"/>
                </a:solidFill>
                <a:latin typeface="Lato"/>
                <a:ea typeface="Lato"/>
                <a:cs typeface="Lato"/>
                <a:sym typeface="Lato"/>
              </a:rPr>
              <a:t>Đoàn Mạnh Hùng - 20224995</a:t>
            </a:r>
            <a:endParaRPr sz="2800">
              <a:solidFill>
                <a:srgbClr val="C00000"/>
              </a:solidFill>
              <a:latin typeface="Lato"/>
              <a:ea typeface="Lato"/>
              <a:cs typeface="Lato"/>
              <a:sym typeface="Lato"/>
            </a:endParaRPr>
          </a:p>
          <a:p>
            <a:pPr marL="457200" marR="0" lvl="0" indent="-406400" algn="l" rtl="0">
              <a:lnSpc>
                <a:spcPct val="90000"/>
              </a:lnSpc>
              <a:spcBef>
                <a:spcPts val="0"/>
              </a:spcBef>
              <a:spcAft>
                <a:spcPts val="0"/>
              </a:spcAft>
              <a:buClr>
                <a:srgbClr val="C00000"/>
              </a:buClr>
              <a:buSzPts val="2800"/>
              <a:buFont typeface="Lato"/>
              <a:buChar char="-"/>
            </a:pPr>
            <a:r>
              <a:rPr lang="en-US" sz="2800">
                <a:solidFill>
                  <a:srgbClr val="C00000"/>
                </a:solidFill>
                <a:latin typeface="Lato"/>
                <a:ea typeface="Lato"/>
                <a:cs typeface="Lato"/>
                <a:sym typeface="Lato"/>
              </a:rPr>
              <a:t>Phạm Việt Hoàng - 20224854</a:t>
            </a:r>
            <a:endParaRPr sz="2800">
              <a:solidFill>
                <a:srgbClr val="C00000"/>
              </a:solidFill>
              <a:latin typeface="Lato"/>
              <a:ea typeface="Lato"/>
              <a:cs typeface="Lato"/>
              <a:sym typeface="Lato"/>
            </a:endParaRPr>
          </a:p>
          <a:p>
            <a:pPr marL="457200" marR="0" lvl="0" indent="-406400" algn="l" rtl="0">
              <a:lnSpc>
                <a:spcPct val="90000"/>
              </a:lnSpc>
              <a:spcBef>
                <a:spcPts val="0"/>
              </a:spcBef>
              <a:spcAft>
                <a:spcPts val="0"/>
              </a:spcAft>
              <a:buClr>
                <a:srgbClr val="C00000"/>
              </a:buClr>
              <a:buSzPts val="2800"/>
              <a:buFont typeface="Lato"/>
              <a:buChar char="-"/>
            </a:pPr>
            <a:r>
              <a:rPr lang="en-US" sz="2800">
                <a:solidFill>
                  <a:srgbClr val="C00000"/>
                </a:solidFill>
                <a:latin typeface="Lato"/>
                <a:ea typeface="Lato"/>
                <a:cs typeface="Lato"/>
                <a:sym typeface="Lato"/>
              </a:rPr>
              <a:t>Nguyễn Thị Trà My - 2022549</a:t>
            </a:r>
            <a:endParaRPr sz="2800">
              <a:solidFill>
                <a:srgbClr val="C00000"/>
              </a:solidFill>
              <a:latin typeface="Lato"/>
              <a:ea typeface="Lato"/>
              <a:cs typeface="Lato"/>
              <a:sym typeface="Lato"/>
            </a:endParaRPr>
          </a:p>
          <a:p>
            <a:pPr marL="0" marR="0" lvl="0" indent="0" algn="l" rtl="0">
              <a:lnSpc>
                <a:spcPct val="90000"/>
              </a:lnSpc>
              <a:spcBef>
                <a:spcPts val="0"/>
              </a:spcBef>
              <a:spcAft>
                <a:spcPts val="0"/>
              </a:spcAft>
              <a:buClr>
                <a:srgbClr val="C00000"/>
              </a:buClr>
              <a:buSzPts val="2800"/>
              <a:buFont typeface="Lato"/>
              <a:buNone/>
            </a:pPr>
            <a:endParaRPr sz="2800" b="0" i="0" u="none" strike="noStrike" cap="none">
              <a:solidFill>
                <a:srgbClr val="C00000"/>
              </a:solidFill>
              <a:latin typeface="Lato"/>
              <a:ea typeface="Lato"/>
              <a:cs typeface="Lato"/>
              <a:sym typeface="Lato"/>
            </a:endParaRPr>
          </a:p>
          <a:p>
            <a:pPr marL="0" marR="0" lvl="0" indent="0" algn="l" rtl="0">
              <a:lnSpc>
                <a:spcPct val="90000"/>
              </a:lnSpc>
              <a:spcBef>
                <a:spcPts val="0"/>
              </a:spcBef>
              <a:spcAft>
                <a:spcPts val="0"/>
              </a:spcAft>
              <a:buClr>
                <a:srgbClr val="C00000"/>
              </a:buClr>
              <a:buSzPts val="2800"/>
              <a:buFont typeface="Lato"/>
              <a:buNone/>
            </a:pPr>
            <a:endParaRPr sz="2800" b="0" i="0" u="none" strike="noStrike" cap="none">
              <a:solidFill>
                <a:srgbClr val="C00000"/>
              </a:solidFill>
              <a:latin typeface="Lato"/>
              <a:ea typeface="Lato"/>
              <a:cs typeface="Lato"/>
              <a:sym typeface="Lato"/>
            </a:endParaRPr>
          </a:p>
          <a:p>
            <a:pPr marL="0" marR="0" lvl="0" indent="0" algn="l" rtl="0">
              <a:lnSpc>
                <a:spcPct val="90000"/>
              </a:lnSpc>
              <a:spcBef>
                <a:spcPts val="0"/>
              </a:spcBef>
              <a:spcAft>
                <a:spcPts val="0"/>
              </a:spcAft>
              <a:buClr>
                <a:srgbClr val="C00000"/>
              </a:buClr>
              <a:buSzPts val="2800"/>
              <a:buFont typeface="Lato"/>
              <a:buNone/>
            </a:pPr>
            <a:endParaRPr sz="2800" b="0" i="0" u="none" strike="noStrike" cap="none">
              <a:solidFill>
                <a:srgbClr val="C00000"/>
              </a:solidFill>
              <a:latin typeface="Lato"/>
              <a:ea typeface="Lato"/>
              <a:cs typeface="Lato"/>
              <a:sym typeface="La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g39884b74e3e_0_14"/>
          <p:cNvSpPr txBox="1">
            <a:spLocks noGrp="1"/>
          </p:cNvSpPr>
          <p:nvPr>
            <p:ph type="sldNum" idx="12"/>
          </p:nvPr>
        </p:nvSpPr>
        <p:spPr>
          <a:xfrm>
            <a:off x="6867383" y="6572126"/>
            <a:ext cx="2057400" cy="3651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3</a:t>
            </a:fld>
            <a:endParaRPr/>
          </a:p>
        </p:txBody>
      </p:sp>
      <p:sp>
        <p:nvSpPr>
          <p:cNvPr id="71" name="Google Shape;71;g39884b74e3e_0_14"/>
          <p:cNvSpPr txBox="1">
            <a:spLocks noGrp="1"/>
          </p:cNvSpPr>
          <p:nvPr>
            <p:ph type="title"/>
          </p:nvPr>
        </p:nvSpPr>
        <p:spPr>
          <a:xfrm>
            <a:off x="235077" y="78613"/>
            <a:ext cx="8673900" cy="4518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a:buNone/>
            </a:pPr>
            <a:r>
              <a:rPr lang="en-US" dirty="0" err="1"/>
              <a:t>Giới</a:t>
            </a:r>
            <a:r>
              <a:rPr lang="en-US" dirty="0"/>
              <a:t> </a:t>
            </a:r>
            <a:r>
              <a:rPr lang="en-US" dirty="0" err="1"/>
              <a:t>thiệu</a:t>
            </a:r>
            <a:r>
              <a:rPr lang="en-US" dirty="0"/>
              <a:t> </a:t>
            </a:r>
            <a:r>
              <a:rPr lang="en-US" dirty="0" err="1"/>
              <a:t>bài</a:t>
            </a:r>
            <a:r>
              <a:rPr lang="en-US" dirty="0"/>
              <a:t> </a:t>
            </a:r>
            <a:r>
              <a:rPr lang="en-US" dirty="0" err="1"/>
              <a:t>toán</a:t>
            </a:r>
            <a:endParaRPr dirty="0"/>
          </a:p>
        </p:txBody>
      </p:sp>
      <p:sp>
        <p:nvSpPr>
          <p:cNvPr id="72" name="Google Shape;72;g39884b74e3e_0_14"/>
          <p:cNvSpPr txBox="1">
            <a:spLocks noGrp="1"/>
          </p:cNvSpPr>
          <p:nvPr>
            <p:ph type="body" idx="1"/>
          </p:nvPr>
        </p:nvSpPr>
        <p:spPr>
          <a:xfrm>
            <a:off x="235077" y="841247"/>
            <a:ext cx="8674200" cy="5303400"/>
          </a:xfrm>
          <a:prstGeom prst="rect">
            <a:avLst/>
          </a:prstGeom>
          <a:noFill/>
          <a:ln>
            <a:noFill/>
          </a:ln>
        </p:spPr>
        <p:txBody>
          <a:bodyPr spcFirstLastPara="1" wrap="square" lIns="91425" tIns="45700" rIns="91425" bIns="45700" anchor="t" anchorCtr="0">
            <a:noAutofit/>
          </a:bodyPr>
          <a:lstStyle/>
          <a:p>
            <a:pPr marL="228600" lvl="0" indent="-76200" algn="l" rtl="0">
              <a:lnSpc>
                <a:spcPct val="90000"/>
              </a:lnSpc>
              <a:spcBef>
                <a:spcPts val="0"/>
              </a:spcBef>
              <a:spcAft>
                <a:spcPts val="0"/>
              </a:spcAft>
              <a:buClr>
                <a:schemeClr val="dk1"/>
              </a:buClr>
              <a:buSzPts val="2400"/>
              <a:buNone/>
            </a:pPr>
            <a:endParaRPr sz="2400" dirty="0"/>
          </a:p>
          <a:p>
            <a:pPr marL="228600" lvl="0" indent="-228600" algn="l" rtl="0">
              <a:lnSpc>
                <a:spcPct val="90000"/>
              </a:lnSpc>
              <a:spcBef>
                <a:spcPts val="1000"/>
              </a:spcBef>
              <a:spcAft>
                <a:spcPts val="0"/>
              </a:spcAft>
              <a:buClr>
                <a:schemeClr val="dk1"/>
              </a:buClr>
              <a:buSzPts val="2400"/>
              <a:buChar char="•"/>
            </a:pPr>
            <a:r>
              <a:rPr lang="en-US" sz="2400" dirty="0" err="1"/>
              <a:t>Một</a:t>
            </a:r>
            <a:r>
              <a:rPr lang="en-US" sz="2400" dirty="0"/>
              <a:t> </a:t>
            </a:r>
            <a:r>
              <a:rPr lang="en-US" sz="2400" dirty="0" err="1"/>
              <a:t>nhân</a:t>
            </a:r>
            <a:r>
              <a:rPr lang="en-US" sz="2400" dirty="0"/>
              <a:t> </a:t>
            </a:r>
            <a:r>
              <a:rPr lang="en-US" sz="2400" dirty="0" err="1"/>
              <a:t>viên</a:t>
            </a:r>
            <a:r>
              <a:rPr lang="en-US" sz="2400" dirty="0"/>
              <a:t> </a:t>
            </a:r>
            <a:r>
              <a:rPr lang="en-US" sz="2400" dirty="0" err="1"/>
              <a:t>giao</a:t>
            </a:r>
            <a:r>
              <a:rPr lang="en-US" sz="2400" dirty="0"/>
              <a:t> </a:t>
            </a:r>
            <a:r>
              <a:rPr lang="en-US" sz="2400" dirty="0" err="1"/>
              <a:t>hàng</a:t>
            </a:r>
            <a:r>
              <a:rPr lang="en-US" sz="2400" dirty="0"/>
              <a:t> </a:t>
            </a:r>
            <a:r>
              <a:rPr lang="en-US" sz="2400" dirty="0" err="1"/>
              <a:t>lấy</a:t>
            </a:r>
            <a:r>
              <a:rPr lang="en-US" sz="2400" dirty="0"/>
              <a:t> </a:t>
            </a:r>
            <a:r>
              <a:rPr lang="en-US" sz="2400" dirty="0" err="1"/>
              <a:t>hàng</a:t>
            </a:r>
            <a:r>
              <a:rPr lang="en-US" sz="2400" dirty="0"/>
              <a:t> ở </a:t>
            </a:r>
            <a:r>
              <a:rPr lang="en-US" sz="2400" dirty="0" err="1"/>
              <a:t>kho</a:t>
            </a:r>
            <a:r>
              <a:rPr lang="en-US" sz="2400" dirty="0"/>
              <a:t> (</a:t>
            </a:r>
            <a:r>
              <a:rPr lang="en-US" sz="2400" dirty="0" err="1"/>
              <a:t>điểm</a:t>
            </a:r>
            <a:r>
              <a:rPr lang="en-US" sz="2400" dirty="0"/>
              <a:t> 0) </a:t>
            </a:r>
            <a:r>
              <a:rPr lang="en-US" sz="2400" dirty="0" err="1"/>
              <a:t>và</a:t>
            </a:r>
            <a:r>
              <a:rPr lang="en-US" sz="2400" dirty="0"/>
              <a:t> </a:t>
            </a:r>
            <a:r>
              <a:rPr lang="en-US" sz="2400" dirty="0" err="1"/>
              <a:t>cần</a:t>
            </a:r>
            <a:r>
              <a:rPr lang="en-US" sz="2400" dirty="0"/>
              <a:t> </a:t>
            </a:r>
            <a:r>
              <a:rPr lang="en-US" sz="2400" dirty="0" err="1"/>
              <a:t>đi</a:t>
            </a:r>
            <a:r>
              <a:rPr lang="en-US" sz="2400" dirty="0"/>
              <a:t> </a:t>
            </a:r>
            <a:r>
              <a:rPr lang="en-US" sz="2400" dirty="0" err="1"/>
              <a:t>giao</a:t>
            </a:r>
            <a:r>
              <a:rPr lang="en-US" sz="2400" dirty="0"/>
              <a:t> </a:t>
            </a:r>
            <a:r>
              <a:rPr lang="en-US" sz="2400" dirty="0" err="1"/>
              <a:t>hàng</a:t>
            </a:r>
            <a:r>
              <a:rPr lang="en-US" sz="2400" dirty="0"/>
              <a:t> </a:t>
            </a:r>
            <a:r>
              <a:rPr lang="en-US" sz="2400" dirty="0" err="1"/>
              <a:t>cho</a:t>
            </a:r>
            <a:r>
              <a:rPr lang="en-US" sz="2400" dirty="0"/>
              <a:t> N </a:t>
            </a:r>
            <a:r>
              <a:rPr lang="en-US" sz="2400" dirty="0" err="1"/>
              <a:t>khách</a:t>
            </a:r>
            <a:r>
              <a:rPr lang="en-US" sz="2400" dirty="0"/>
              <a:t> </a:t>
            </a:r>
            <a:r>
              <a:rPr lang="en-US" sz="2400" dirty="0" err="1"/>
              <a:t>hàng</a:t>
            </a:r>
            <a:r>
              <a:rPr lang="en-US" sz="2400" dirty="0"/>
              <a:t> 1,2,…, N. </a:t>
            </a:r>
            <a:endParaRPr dirty="0"/>
          </a:p>
          <a:p>
            <a:pPr marL="228600" lvl="0" indent="-228600" algn="l" rtl="0">
              <a:lnSpc>
                <a:spcPct val="90000"/>
              </a:lnSpc>
              <a:spcBef>
                <a:spcPts val="1000"/>
              </a:spcBef>
              <a:spcAft>
                <a:spcPts val="0"/>
              </a:spcAft>
              <a:buClr>
                <a:schemeClr val="dk1"/>
              </a:buClr>
              <a:buSzPts val="2400"/>
              <a:buChar char="•"/>
            </a:pPr>
            <a:r>
              <a:rPr lang="en-US" sz="2400" dirty="0" err="1"/>
              <a:t>Khách</a:t>
            </a:r>
            <a:r>
              <a:rPr lang="en-US" sz="2400" dirty="0"/>
              <a:t> </a:t>
            </a:r>
            <a:r>
              <a:rPr lang="en-US" sz="2400" dirty="0" err="1"/>
              <a:t>hàng</a:t>
            </a:r>
            <a:r>
              <a:rPr lang="en-US" sz="2400" dirty="0"/>
              <a:t> </a:t>
            </a:r>
            <a:r>
              <a:rPr lang="en-US" sz="2400" dirty="0" err="1"/>
              <a:t>i</a:t>
            </a:r>
            <a:r>
              <a:rPr lang="en-US" sz="2400" dirty="0"/>
              <a:t> </a:t>
            </a:r>
            <a:r>
              <a:rPr lang="en-US" sz="2400" dirty="0" err="1"/>
              <a:t>nằm</a:t>
            </a:r>
            <a:r>
              <a:rPr lang="en-US" sz="2400" dirty="0"/>
              <a:t> ở </a:t>
            </a:r>
            <a:r>
              <a:rPr lang="en-US" sz="2400" dirty="0" err="1"/>
              <a:t>điểm</a:t>
            </a:r>
            <a:r>
              <a:rPr lang="en-US" sz="2400" dirty="0"/>
              <a:t> </a:t>
            </a:r>
            <a:r>
              <a:rPr lang="en-US" sz="2400" dirty="0" err="1"/>
              <a:t>i</a:t>
            </a:r>
            <a:r>
              <a:rPr lang="en-US" sz="2400" dirty="0"/>
              <a:t> </a:t>
            </a:r>
            <a:r>
              <a:rPr lang="en-US" sz="2400" dirty="0" err="1"/>
              <a:t>và</a:t>
            </a:r>
            <a:r>
              <a:rPr lang="en-US" sz="2400" dirty="0"/>
              <a:t> </a:t>
            </a:r>
            <a:r>
              <a:rPr lang="en-US" sz="2400" dirty="0" err="1"/>
              <a:t>có</a:t>
            </a:r>
            <a:r>
              <a:rPr lang="en-US" sz="2400" dirty="0"/>
              <a:t> </a:t>
            </a:r>
            <a:r>
              <a:rPr lang="en-US" sz="2400" dirty="0" err="1"/>
              <a:t>yêu</a:t>
            </a:r>
            <a:r>
              <a:rPr lang="en-US" sz="2400" dirty="0"/>
              <a:t> </a:t>
            </a:r>
            <a:r>
              <a:rPr lang="en-US" sz="2400" dirty="0" err="1"/>
              <a:t>cầu</a:t>
            </a:r>
            <a:r>
              <a:rPr lang="en-US" sz="2400" dirty="0"/>
              <a:t> </a:t>
            </a:r>
            <a:r>
              <a:rPr lang="en-US" sz="2400" dirty="0" err="1"/>
              <a:t>giao</a:t>
            </a:r>
            <a:r>
              <a:rPr lang="en-US" sz="2400" dirty="0"/>
              <a:t> </a:t>
            </a:r>
            <a:r>
              <a:rPr lang="en-US" sz="2400" dirty="0" err="1"/>
              <a:t>hàng</a:t>
            </a:r>
            <a:r>
              <a:rPr lang="en-US" sz="2400" dirty="0"/>
              <a:t> </a:t>
            </a:r>
            <a:r>
              <a:rPr lang="en-US" sz="2400" dirty="0" err="1"/>
              <a:t>trong</a:t>
            </a:r>
            <a:r>
              <a:rPr lang="en-US" sz="2400" dirty="0"/>
              <a:t> </a:t>
            </a:r>
            <a:r>
              <a:rPr lang="en-US" sz="2400" dirty="0" err="1"/>
              <a:t>khoảng</a:t>
            </a:r>
            <a:r>
              <a:rPr lang="en-US" sz="2400" dirty="0"/>
              <a:t> </a:t>
            </a:r>
            <a:r>
              <a:rPr lang="en-US" sz="2400" dirty="0" err="1"/>
              <a:t>thời</a:t>
            </a:r>
            <a:r>
              <a:rPr lang="en-US" sz="2400" dirty="0"/>
              <a:t> </a:t>
            </a:r>
            <a:r>
              <a:rPr lang="en-US" sz="2400" dirty="0" err="1"/>
              <a:t>gian</a:t>
            </a:r>
            <a:r>
              <a:rPr lang="en-US" sz="2400" dirty="0"/>
              <a:t> </a:t>
            </a:r>
            <a:r>
              <a:rPr lang="en-US" sz="2400" dirty="0" err="1"/>
              <a:t>từ</a:t>
            </a:r>
            <a:r>
              <a:rPr lang="en-US" sz="2400" dirty="0"/>
              <a:t> </a:t>
            </a:r>
            <a:r>
              <a:rPr lang="en-US" sz="2400" b="1" dirty="0"/>
              <a:t>e(</a:t>
            </a:r>
            <a:r>
              <a:rPr lang="en-US" sz="2400" b="1" dirty="0" err="1"/>
              <a:t>i</a:t>
            </a:r>
            <a:r>
              <a:rPr lang="en-US" sz="2400" b="1" dirty="0"/>
              <a:t>)</a:t>
            </a:r>
            <a:r>
              <a:rPr lang="en-US" sz="2400" dirty="0"/>
              <a:t> </a:t>
            </a:r>
            <a:r>
              <a:rPr lang="en-US" sz="2400" dirty="0" err="1"/>
              <a:t>đến</a:t>
            </a:r>
            <a:r>
              <a:rPr lang="en-US" sz="2400" dirty="0"/>
              <a:t> </a:t>
            </a:r>
            <a:r>
              <a:rPr lang="en-US" sz="2400" b="1" dirty="0"/>
              <a:t>l(</a:t>
            </a:r>
            <a:r>
              <a:rPr lang="en-US" sz="2400" b="1" dirty="0" err="1"/>
              <a:t>i</a:t>
            </a:r>
            <a:r>
              <a:rPr lang="en-US" sz="2400" b="1" dirty="0"/>
              <a:t>)</a:t>
            </a:r>
            <a:r>
              <a:rPr lang="en-US" sz="2400" dirty="0"/>
              <a:t> </a:t>
            </a:r>
            <a:r>
              <a:rPr lang="en-US" sz="2400" dirty="0" err="1"/>
              <a:t>và</a:t>
            </a:r>
            <a:r>
              <a:rPr lang="en-US" sz="2400" dirty="0"/>
              <a:t> </a:t>
            </a:r>
            <a:r>
              <a:rPr lang="en-US" sz="2400" dirty="0" err="1"/>
              <a:t>giao</a:t>
            </a:r>
            <a:r>
              <a:rPr lang="en-US" sz="2400" dirty="0"/>
              <a:t> </a:t>
            </a:r>
            <a:r>
              <a:rPr lang="en-US" sz="2400" dirty="0" err="1"/>
              <a:t>hàng</a:t>
            </a:r>
            <a:r>
              <a:rPr lang="en-US" sz="2400" dirty="0"/>
              <a:t> </a:t>
            </a:r>
            <a:r>
              <a:rPr lang="en-US" sz="2400" dirty="0" err="1"/>
              <a:t>hết</a:t>
            </a:r>
            <a:r>
              <a:rPr lang="en-US" sz="2400" dirty="0"/>
              <a:t> </a:t>
            </a:r>
            <a:r>
              <a:rPr lang="en-US" sz="2400" b="1" dirty="0"/>
              <a:t>d(</a:t>
            </a:r>
            <a:r>
              <a:rPr lang="en-US" sz="2400" b="1" dirty="0" err="1"/>
              <a:t>i</a:t>
            </a:r>
            <a:r>
              <a:rPr lang="en-US" sz="2400" b="1" dirty="0"/>
              <a:t>)</a:t>
            </a:r>
            <a:r>
              <a:rPr lang="en-US" sz="2400" dirty="0"/>
              <a:t>  </a:t>
            </a:r>
            <a:r>
              <a:rPr lang="en-US" sz="2400" dirty="0" err="1"/>
              <a:t>đơn</a:t>
            </a:r>
            <a:r>
              <a:rPr lang="en-US" sz="2400" dirty="0"/>
              <a:t> </a:t>
            </a:r>
            <a:r>
              <a:rPr lang="en-US" sz="2400" dirty="0" err="1"/>
              <a:t>vị</a:t>
            </a:r>
            <a:r>
              <a:rPr lang="en-US" sz="2400" dirty="0"/>
              <a:t> </a:t>
            </a:r>
            <a:r>
              <a:rPr lang="en-US" sz="2400" dirty="0" err="1"/>
              <a:t>thời</a:t>
            </a:r>
            <a:r>
              <a:rPr lang="en-US" sz="2400" dirty="0"/>
              <a:t> </a:t>
            </a:r>
            <a:r>
              <a:rPr lang="en-US" sz="2400" dirty="0" err="1"/>
              <a:t>gian</a:t>
            </a:r>
            <a:r>
              <a:rPr lang="en-US" sz="2400" dirty="0"/>
              <a:t> (s). </a:t>
            </a:r>
            <a:r>
              <a:rPr lang="en-US" sz="2400" dirty="0" err="1"/>
              <a:t>Biết</a:t>
            </a:r>
            <a:r>
              <a:rPr lang="en-US" sz="2400" dirty="0"/>
              <a:t> </a:t>
            </a:r>
            <a:r>
              <a:rPr lang="en-US" sz="2400" dirty="0" err="1"/>
              <a:t>rằng</a:t>
            </a:r>
            <a:r>
              <a:rPr lang="en-US" sz="2400" dirty="0"/>
              <a:t>  </a:t>
            </a:r>
            <a:r>
              <a:rPr lang="en-US" sz="2400" b="1" dirty="0"/>
              <a:t>t(</a:t>
            </a:r>
            <a:r>
              <a:rPr lang="en-US" sz="2400" b="1" dirty="0" err="1"/>
              <a:t>i,j</a:t>
            </a:r>
            <a:r>
              <a:rPr lang="en-US" sz="2400" b="1" dirty="0"/>
              <a:t>)</a:t>
            </a:r>
            <a:r>
              <a:rPr lang="en-US" sz="2400" dirty="0"/>
              <a:t> </a:t>
            </a:r>
            <a:r>
              <a:rPr lang="en-US" sz="2400" dirty="0" err="1"/>
              <a:t>là</a:t>
            </a:r>
            <a:r>
              <a:rPr lang="en-US" sz="2400" dirty="0"/>
              <a:t> </a:t>
            </a:r>
            <a:r>
              <a:rPr lang="en-US" sz="2400" dirty="0" err="1"/>
              <a:t>thời</a:t>
            </a:r>
            <a:r>
              <a:rPr lang="en-US" sz="2400" dirty="0"/>
              <a:t> </a:t>
            </a:r>
            <a:r>
              <a:rPr lang="en-US" sz="2400" dirty="0" err="1"/>
              <a:t>gian</a:t>
            </a:r>
            <a:r>
              <a:rPr lang="en-US" sz="2400" dirty="0"/>
              <a:t> di  </a:t>
            </a:r>
            <a:r>
              <a:rPr lang="en-US" sz="2400" dirty="0" err="1"/>
              <a:t>chuyển</a:t>
            </a:r>
            <a:r>
              <a:rPr lang="en-US" sz="2400" dirty="0"/>
              <a:t> </a:t>
            </a:r>
            <a:r>
              <a:rPr lang="en-US" sz="2400" dirty="0" err="1"/>
              <a:t>từ</a:t>
            </a:r>
            <a:r>
              <a:rPr lang="en-US" sz="2400" dirty="0"/>
              <a:t> </a:t>
            </a:r>
            <a:r>
              <a:rPr lang="en-US" sz="2400" dirty="0" err="1"/>
              <a:t>điểm</a:t>
            </a:r>
            <a:r>
              <a:rPr lang="en-US" sz="2400" dirty="0"/>
              <a:t> </a:t>
            </a:r>
            <a:r>
              <a:rPr lang="en-US" sz="2400" dirty="0" err="1"/>
              <a:t>i</a:t>
            </a:r>
            <a:r>
              <a:rPr lang="en-US" sz="2400" dirty="0"/>
              <a:t> </a:t>
            </a:r>
            <a:r>
              <a:rPr lang="en-US" sz="2400" dirty="0" err="1"/>
              <a:t>đến</a:t>
            </a:r>
            <a:r>
              <a:rPr lang="en-US" sz="2400" dirty="0"/>
              <a:t> </a:t>
            </a:r>
            <a:r>
              <a:rPr lang="en-US" sz="2400" dirty="0" err="1"/>
              <a:t>điểm</a:t>
            </a:r>
            <a:r>
              <a:rPr lang="en-US" sz="2400" dirty="0"/>
              <a:t> j. </a:t>
            </a:r>
            <a:endParaRPr dirty="0"/>
          </a:p>
          <a:p>
            <a:pPr marL="228600" lvl="0" indent="-228600" algn="l" rtl="0">
              <a:lnSpc>
                <a:spcPct val="90000"/>
              </a:lnSpc>
              <a:spcBef>
                <a:spcPts val="1000"/>
              </a:spcBef>
              <a:spcAft>
                <a:spcPts val="0"/>
              </a:spcAft>
              <a:buClr>
                <a:schemeClr val="dk1"/>
              </a:buClr>
              <a:buSzPts val="2400"/>
              <a:buChar char="•"/>
            </a:pPr>
            <a:r>
              <a:rPr lang="en-US" sz="2400" dirty="0" err="1"/>
              <a:t>Nhân</a:t>
            </a:r>
            <a:r>
              <a:rPr lang="en-US" sz="2400" dirty="0"/>
              <a:t> </a:t>
            </a:r>
            <a:r>
              <a:rPr lang="en-US" sz="2400" dirty="0" err="1"/>
              <a:t>viên</a:t>
            </a:r>
            <a:r>
              <a:rPr lang="en-US" sz="2400" dirty="0"/>
              <a:t> </a:t>
            </a:r>
            <a:r>
              <a:rPr lang="en-US" sz="2400" dirty="0" err="1"/>
              <a:t>giao</a:t>
            </a:r>
            <a:r>
              <a:rPr lang="en-US" sz="2400" dirty="0"/>
              <a:t> </a:t>
            </a:r>
            <a:r>
              <a:rPr lang="en-US" sz="2400" dirty="0" err="1"/>
              <a:t>hàng</a:t>
            </a:r>
            <a:r>
              <a:rPr lang="en-US" sz="2400" dirty="0"/>
              <a:t> </a:t>
            </a:r>
            <a:r>
              <a:rPr lang="en-US" sz="2400" dirty="0" err="1"/>
              <a:t>xuất</a:t>
            </a:r>
            <a:r>
              <a:rPr lang="en-US" sz="2400" dirty="0"/>
              <a:t> </a:t>
            </a:r>
            <a:r>
              <a:rPr lang="en-US" sz="2400" dirty="0" err="1"/>
              <a:t>phát</a:t>
            </a:r>
            <a:r>
              <a:rPr lang="en-US" sz="2400" dirty="0"/>
              <a:t> </a:t>
            </a:r>
            <a:r>
              <a:rPr lang="en-US" sz="2400" dirty="0" err="1"/>
              <a:t>từ</a:t>
            </a:r>
            <a:r>
              <a:rPr lang="en-US" sz="2400" dirty="0"/>
              <a:t> </a:t>
            </a:r>
            <a:r>
              <a:rPr lang="en-US" sz="2400" dirty="0" err="1"/>
              <a:t>kho</a:t>
            </a:r>
            <a:r>
              <a:rPr lang="en-US" sz="2400" dirty="0"/>
              <a:t> </a:t>
            </a:r>
            <a:r>
              <a:rPr lang="en-US" sz="2400" dirty="0" err="1"/>
              <a:t>tại</a:t>
            </a:r>
            <a:r>
              <a:rPr lang="en-US" sz="2400" dirty="0"/>
              <a:t> </a:t>
            </a:r>
            <a:r>
              <a:rPr lang="en-US" sz="2400" dirty="0" err="1"/>
              <a:t>thời</a:t>
            </a:r>
            <a:r>
              <a:rPr lang="en-US" sz="2400" dirty="0"/>
              <a:t> </a:t>
            </a:r>
            <a:r>
              <a:rPr lang="en-US" sz="2400" dirty="0" err="1"/>
              <a:t>điểm</a:t>
            </a:r>
            <a:r>
              <a:rPr lang="en-US" sz="2400" dirty="0"/>
              <a:t> t0, </a:t>
            </a:r>
            <a:r>
              <a:rPr lang="en-US" sz="2400" dirty="0" err="1"/>
              <a:t>hãy</a:t>
            </a:r>
            <a:r>
              <a:rPr lang="en-US" sz="2400" dirty="0"/>
              <a:t> </a:t>
            </a:r>
            <a:r>
              <a:rPr lang="en-US" sz="2400" dirty="0" err="1"/>
              <a:t>tính</a:t>
            </a:r>
            <a:r>
              <a:rPr lang="en-US" sz="2400" dirty="0"/>
              <a:t> </a:t>
            </a:r>
            <a:r>
              <a:rPr lang="en-US" sz="2400" dirty="0" err="1"/>
              <a:t>toán</a:t>
            </a:r>
            <a:r>
              <a:rPr lang="en-US" sz="2400" dirty="0"/>
              <a:t> </a:t>
            </a:r>
            <a:r>
              <a:rPr lang="en-US" sz="2400" dirty="0" err="1"/>
              <a:t>lộ</a:t>
            </a:r>
            <a:r>
              <a:rPr lang="en-US" sz="2400" dirty="0"/>
              <a:t> </a:t>
            </a:r>
            <a:r>
              <a:rPr lang="en-US" sz="2400" dirty="0" err="1"/>
              <a:t>trình</a:t>
            </a:r>
            <a:r>
              <a:rPr lang="en-US" sz="2400" dirty="0"/>
              <a:t> </a:t>
            </a:r>
            <a:r>
              <a:rPr lang="en-US" sz="2400" dirty="0" err="1"/>
              <a:t>giao</a:t>
            </a:r>
            <a:r>
              <a:rPr lang="en-US" sz="2400" dirty="0"/>
              <a:t> </a:t>
            </a:r>
            <a:r>
              <a:rPr lang="en-US" sz="2400" dirty="0" err="1"/>
              <a:t>hàng</a:t>
            </a:r>
            <a:r>
              <a:rPr lang="en-US" sz="2400" dirty="0"/>
              <a:t> </a:t>
            </a:r>
            <a:r>
              <a:rPr lang="en-US" sz="2400" dirty="0" err="1"/>
              <a:t>cho</a:t>
            </a:r>
            <a:r>
              <a:rPr lang="en-US" sz="2400" dirty="0"/>
              <a:t> </a:t>
            </a:r>
            <a:r>
              <a:rPr lang="en-US" sz="2400" dirty="0" err="1"/>
              <a:t>nhân</a:t>
            </a:r>
            <a:r>
              <a:rPr lang="en-US" sz="2400" dirty="0"/>
              <a:t> </a:t>
            </a:r>
            <a:r>
              <a:rPr lang="en-US" sz="2400" dirty="0" err="1"/>
              <a:t>viên</a:t>
            </a:r>
            <a:r>
              <a:rPr lang="en-US" sz="2400" dirty="0"/>
              <a:t> </a:t>
            </a:r>
            <a:r>
              <a:rPr lang="en-US" sz="2400" dirty="0" err="1"/>
              <a:t>giao</a:t>
            </a:r>
            <a:r>
              <a:rPr lang="en-US" sz="2400" dirty="0"/>
              <a:t> </a:t>
            </a:r>
            <a:r>
              <a:rPr lang="en-US" sz="2400" dirty="0" err="1"/>
              <a:t>hàng</a:t>
            </a:r>
            <a:r>
              <a:rPr lang="en-US" sz="2400" dirty="0"/>
              <a:t> </a:t>
            </a:r>
            <a:r>
              <a:rPr lang="en-US" sz="2400" dirty="0" err="1"/>
              <a:t>sao</a:t>
            </a:r>
            <a:r>
              <a:rPr lang="en-US" sz="2400" dirty="0"/>
              <a:t> </a:t>
            </a:r>
            <a:r>
              <a:rPr lang="en-US" sz="2400" dirty="0" err="1"/>
              <a:t>cho</a:t>
            </a:r>
            <a:r>
              <a:rPr lang="en-US" sz="2400" dirty="0"/>
              <a:t> </a:t>
            </a:r>
            <a:r>
              <a:rPr lang="en-US" sz="2400" dirty="0" err="1"/>
              <a:t>tổng</a:t>
            </a:r>
            <a:r>
              <a:rPr lang="en-US" sz="2400" dirty="0"/>
              <a:t> </a:t>
            </a:r>
            <a:r>
              <a:rPr lang="en-US" sz="2400" dirty="0" err="1"/>
              <a:t>thời</a:t>
            </a:r>
            <a:r>
              <a:rPr lang="en-US" sz="2400" dirty="0"/>
              <a:t> </a:t>
            </a:r>
            <a:r>
              <a:rPr lang="en-US" sz="2400" dirty="0" err="1"/>
              <a:t>gian</a:t>
            </a:r>
            <a:r>
              <a:rPr lang="en-US" sz="2400" dirty="0"/>
              <a:t> di </a:t>
            </a:r>
            <a:r>
              <a:rPr lang="en-US" sz="2400" dirty="0" err="1"/>
              <a:t>chuyển</a:t>
            </a:r>
            <a:r>
              <a:rPr lang="en-US" sz="2400" dirty="0"/>
              <a:t> </a:t>
            </a:r>
            <a:r>
              <a:rPr lang="en-US" sz="2400" dirty="0" err="1"/>
              <a:t>là</a:t>
            </a:r>
            <a:r>
              <a:rPr lang="en-US" sz="2400" dirty="0"/>
              <a:t> </a:t>
            </a:r>
            <a:r>
              <a:rPr lang="en-US" sz="2400" dirty="0" err="1"/>
              <a:t>ngắn</a:t>
            </a:r>
            <a:r>
              <a:rPr lang="en-US" sz="2400" dirty="0"/>
              <a:t> </a:t>
            </a:r>
            <a:r>
              <a:rPr lang="en-US" sz="2400" dirty="0" err="1"/>
              <a:t>nhất</a:t>
            </a:r>
            <a:r>
              <a:rPr lang="en-US" sz="2400" dirty="0"/>
              <a:t>.</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9">
          <a:extLst>
            <a:ext uri="{FF2B5EF4-FFF2-40B4-BE49-F238E27FC236}">
              <a16:creationId xmlns:a16="http://schemas.microsoft.com/office/drawing/2014/main" id="{5C7E8201-4E80-730C-DD52-8EB1B3B9B9B8}"/>
            </a:ext>
          </a:extLst>
        </p:cNvPr>
        <p:cNvGrpSpPr/>
        <p:nvPr/>
      </p:nvGrpSpPr>
      <p:grpSpPr>
        <a:xfrm>
          <a:off x="0" y="0"/>
          <a:ext cx="0" cy="0"/>
          <a:chOff x="0" y="0"/>
          <a:chExt cx="0" cy="0"/>
        </a:xfrm>
      </p:grpSpPr>
      <p:sp>
        <p:nvSpPr>
          <p:cNvPr id="70" name="Google Shape;70;g39884b74e3e_0_14">
            <a:extLst>
              <a:ext uri="{FF2B5EF4-FFF2-40B4-BE49-F238E27FC236}">
                <a16:creationId xmlns:a16="http://schemas.microsoft.com/office/drawing/2014/main" id="{B99D3C4E-4C35-1C31-B863-2017ED8C5DCF}"/>
              </a:ext>
            </a:extLst>
          </p:cNvPr>
          <p:cNvSpPr txBox="1">
            <a:spLocks noGrp="1"/>
          </p:cNvSpPr>
          <p:nvPr>
            <p:ph type="sldNum" idx="12"/>
          </p:nvPr>
        </p:nvSpPr>
        <p:spPr>
          <a:xfrm>
            <a:off x="6867383" y="6572126"/>
            <a:ext cx="2057400" cy="3651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4</a:t>
            </a:fld>
            <a:endParaRPr/>
          </a:p>
        </p:txBody>
      </p:sp>
      <p:sp>
        <p:nvSpPr>
          <p:cNvPr id="71" name="Google Shape;71;g39884b74e3e_0_14">
            <a:extLst>
              <a:ext uri="{FF2B5EF4-FFF2-40B4-BE49-F238E27FC236}">
                <a16:creationId xmlns:a16="http://schemas.microsoft.com/office/drawing/2014/main" id="{D4A25240-41AD-4024-7B40-9CB4B6241BBE}"/>
              </a:ext>
            </a:extLst>
          </p:cNvPr>
          <p:cNvSpPr txBox="1">
            <a:spLocks noGrp="1"/>
          </p:cNvSpPr>
          <p:nvPr>
            <p:ph type="title"/>
          </p:nvPr>
        </p:nvSpPr>
        <p:spPr>
          <a:xfrm>
            <a:off x="235077" y="78613"/>
            <a:ext cx="8673900" cy="4518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a:buNone/>
            </a:pPr>
            <a:r>
              <a:rPr lang="vi-VN" dirty="0"/>
              <a:t>Bộ dữ liệu: Bộ dữ liệu Hustack cho bài toán TSP-TW</a:t>
            </a:r>
            <a:endParaRPr dirty="0"/>
          </a:p>
        </p:txBody>
      </p:sp>
      <p:sp>
        <p:nvSpPr>
          <p:cNvPr id="72" name="Google Shape;72;g39884b74e3e_0_14">
            <a:extLst>
              <a:ext uri="{FF2B5EF4-FFF2-40B4-BE49-F238E27FC236}">
                <a16:creationId xmlns:a16="http://schemas.microsoft.com/office/drawing/2014/main" id="{D29F490C-0246-FB3B-5ED4-AAFF2552BDA6}"/>
              </a:ext>
            </a:extLst>
          </p:cNvPr>
          <p:cNvSpPr txBox="1">
            <a:spLocks noGrp="1"/>
          </p:cNvSpPr>
          <p:nvPr>
            <p:ph type="body" idx="1"/>
          </p:nvPr>
        </p:nvSpPr>
        <p:spPr>
          <a:xfrm>
            <a:off x="235077" y="990600"/>
            <a:ext cx="8674200" cy="5154047"/>
          </a:xfrm>
          <a:prstGeom prst="rect">
            <a:avLst/>
          </a:prstGeom>
          <a:noFill/>
          <a:ln>
            <a:noFill/>
          </a:ln>
        </p:spPr>
        <p:txBody>
          <a:bodyPr spcFirstLastPara="1" wrap="square" lIns="91425" tIns="45700" rIns="91425" bIns="45700" anchor="t" anchorCtr="0">
            <a:noAutofit/>
          </a:bodyPr>
          <a:lstStyle/>
          <a:p>
            <a:pPr marL="228600" lvl="0" indent="-76200" algn="l" rtl="0">
              <a:lnSpc>
                <a:spcPct val="90000"/>
              </a:lnSpc>
              <a:spcBef>
                <a:spcPts val="0"/>
              </a:spcBef>
              <a:spcAft>
                <a:spcPts val="0"/>
              </a:spcAft>
              <a:buClr>
                <a:schemeClr val="dk1"/>
              </a:buClr>
              <a:buSzPts val="2400"/>
              <a:buNone/>
            </a:pPr>
            <a:r>
              <a:rPr lang="vi-VN" dirty="0"/>
              <a:t>Đặc điểm lời giải tối ưu:</a:t>
            </a:r>
          </a:p>
          <a:p>
            <a:pPr marL="228600" lvl="0" indent="-76200" algn="l" rtl="0">
              <a:lnSpc>
                <a:spcPct val="90000"/>
              </a:lnSpc>
              <a:spcBef>
                <a:spcPts val="0"/>
              </a:spcBef>
              <a:spcAft>
                <a:spcPts val="0"/>
              </a:spcAft>
              <a:buClr>
                <a:schemeClr val="dk1"/>
              </a:buClr>
              <a:buSzPts val="2400"/>
              <a:buNone/>
            </a:pPr>
            <a:r>
              <a:rPr lang="vi-VN" dirty="0"/>
              <a:t>Mọi lời giải tối ưu điều cho vi phạm time window = 0</a:t>
            </a:r>
          </a:p>
          <a:p>
            <a:pPr marL="609600" lvl="0" indent="-457200" algn="l" rtl="0">
              <a:lnSpc>
                <a:spcPct val="90000"/>
              </a:lnSpc>
              <a:spcBef>
                <a:spcPts val="0"/>
              </a:spcBef>
              <a:spcAft>
                <a:spcPts val="0"/>
              </a:spcAft>
              <a:buClr>
                <a:schemeClr val="dk1"/>
              </a:buClr>
              <a:buSzPts val="2400"/>
              <a:buFont typeface="Wingdings" panose="05000000000000000000" pitchFamily="2" charset="2"/>
              <a:buChar char="è"/>
            </a:pPr>
            <a:r>
              <a:rPr lang="vi-VN" dirty="0"/>
              <a:t>Có thể thấy việc tìm ra lời giải tối ưu về thời gian cũng là tìm sao cho ít vi phạm time window nhất</a:t>
            </a:r>
          </a:p>
          <a:p>
            <a:pPr marL="152400" lvl="0" indent="0" algn="l" rtl="0">
              <a:lnSpc>
                <a:spcPct val="90000"/>
              </a:lnSpc>
              <a:spcBef>
                <a:spcPts val="0"/>
              </a:spcBef>
              <a:spcAft>
                <a:spcPts val="0"/>
              </a:spcAft>
              <a:buClr>
                <a:schemeClr val="dk1"/>
              </a:buClr>
              <a:buSzPts val="2400"/>
              <a:buNone/>
            </a:pPr>
            <a:endParaRPr lang="vi-VN" dirty="0"/>
          </a:p>
        </p:txBody>
      </p:sp>
      <p:pic>
        <p:nvPicPr>
          <p:cNvPr id="3" name="Picture 2" descr="A screen shot of a computer&#10;&#10;AI-generated content may be incorrect.">
            <a:extLst>
              <a:ext uri="{FF2B5EF4-FFF2-40B4-BE49-F238E27FC236}">
                <a16:creationId xmlns:a16="http://schemas.microsoft.com/office/drawing/2014/main" id="{EB58E856-8880-3C48-C079-A68FBC08334E}"/>
              </a:ext>
            </a:extLst>
          </p:cNvPr>
          <p:cNvPicPr>
            <a:picLocks noChangeAspect="1"/>
          </p:cNvPicPr>
          <p:nvPr/>
        </p:nvPicPr>
        <p:blipFill>
          <a:blip r:embed="rId3"/>
          <a:stretch>
            <a:fillRect/>
          </a:stretch>
        </p:blipFill>
        <p:spPr>
          <a:xfrm>
            <a:off x="937748" y="2832835"/>
            <a:ext cx="6658904" cy="2476846"/>
          </a:xfrm>
          <a:prstGeom prst="rect">
            <a:avLst/>
          </a:prstGeom>
        </p:spPr>
      </p:pic>
    </p:spTree>
    <p:extLst>
      <p:ext uri="{BB962C8B-B14F-4D97-AF65-F5344CB8AC3E}">
        <p14:creationId xmlns:p14="http://schemas.microsoft.com/office/powerpoint/2010/main" val="36271517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6">
          <a:extLst>
            <a:ext uri="{FF2B5EF4-FFF2-40B4-BE49-F238E27FC236}">
              <a16:creationId xmlns:a16="http://schemas.microsoft.com/office/drawing/2014/main" id="{00844712-4BE3-719C-A8A8-C536508CFFD5}"/>
            </a:ext>
          </a:extLst>
        </p:cNvPr>
        <p:cNvGrpSpPr/>
        <p:nvPr/>
      </p:nvGrpSpPr>
      <p:grpSpPr>
        <a:xfrm>
          <a:off x="0" y="0"/>
          <a:ext cx="0" cy="0"/>
          <a:chOff x="0" y="0"/>
          <a:chExt cx="0" cy="0"/>
        </a:xfrm>
      </p:grpSpPr>
      <p:sp>
        <p:nvSpPr>
          <p:cNvPr id="77" name="Google Shape;77;p4">
            <a:extLst>
              <a:ext uri="{FF2B5EF4-FFF2-40B4-BE49-F238E27FC236}">
                <a16:creationId xmlns:a16="http://schemas.microsoft.com/office/drawing/2014/main" id="{DDE19BD9-87AC-D153-092A-B48CE02F7AD7}"/>
              </a:ext>
            </a:extLst>
          </p:cNvPr>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5</a:t>
            </a:fld>
            <a:endParaRPr/>
          </a:p>
        </p:txBody>
      </p:sp>
      <p:sp>
        <p:nvSpPr>
          <p:cNvPr id="78" name="Google Shape;78;p4">
            <a:extLst>
              <a:ext uri="{FF2B5EF4-FFF2-40B4-BE49-F238E27FC236}">
                <a16:creationId xmlns:a16="http://schemas.microsoft.com/office/drawing/2014/main" id="{A1E18886-57E4-3B60-B97A-A84439A75335}"/>
              </a:ext>
            </a:extLst>
          </p:cNvPr>
          <p:cNvSpPr txBox="1">
            <a:spLocks noGrp="1"/>
          </p:cNvSpPr>
          <p:nvPr>
            <p:ph type="title"/>
          </p:nvPr>
        </p:nvSpPr>
        <p:spPr>
          <a:xfrm>
            <a:off x="235077" y="78613"/>
            <a:ext cx="8673846" cy="45173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a:buNone/>
            </a:pPr>
            <a:r>
              <a:rPr lang="vi-VN" dirty="0"/>
              <a:t>Các thuật toán đã áp dụng</a:t>
            </a:r>
            <a:endParaRPr dirty="0"/>
          </a:p>
        </p:txBody>
      </p:sp>
      <mc:AlternateContent xmlns:mc="http://schemas.openxmlformats.org/markup-compatibility/2006" xmlns:a14="http://schemas.microsoft.com/office/drawing/2010/main">
        <mc:Choice Requires="a14">
          <p:sp>
            <p:nvSpPr>
              <p:cNvPr id="79" name="Google Shape;79;p4">
                <a:extLst>
                  <a:ext uri="{FF2B5EF4-FFF2-40B4-BE49-F238E27FC236}">
                    <a16:creationId xmlns:a16="http://schemas.microsoft.com/office/drawing/2014/main" id="{D225CE83-74EB-6AF3-0AA3-8B164D41F0A6}"/>
                  </a:ext>
                </a:extLst>
              </p:cNvPr>
              <p:cNvSpPr txBox="1">
                <a:spLocks noGrp="1"/>
              </p:cNvSpPr>
              <p:nvPr>
                <p:ph type="body" idx="1"/>
              </p:nvPr>
            </p:nvSpPr>
            <p:spPr>
              <a:xfrm>
                <a:off x="365759" y="943276"/>
                <a:ext cx="8543417" cy="5201364"/>
              </a:xfrm>
              <a:prstGeom prst="rect">
                <a:avLst/>
              </a:prstGeom>
              <a:noFill/>
              <a:ln>
                <a:noFill/>
              </a:ln>
            </p:spPr>
            <p:txBody>
              <a:bodyPr spcFirstLastPara="1" wrap="square" lIns="91425" tIns="45700" rIns="91425" bIns="45700" anchor="t" anchorCtr="0">
                <a:noAutofit/>
              </a:bodyPr>
              <a:lstStyle/>
              <a:p>
                <a:pPr marL="342900" indent="-342900">
                  <a:spcBef>
                    <a:spcPts val="0"/>
                  </a:spcBef>
                  <a:buSzPts val="2400"/>
                  <a:buFont typeface="Wingdings" panose="05000000000000000000" pitchFamily="2" charset="2"/>
                  <a:buChar char="§"/>
                </a:pPr>
                <a:r>
                  <a:rPr lang="vi-VN" sz="2000" dirty="0"/>
                  <a:t>GA:</a:t>
                </a:r>
              </a:p>
              <a:p>
                <a:pPr marL="0" indent="0">
                  <a:spcBef>
                    <a:spcPts val="0"/>
                  </a:spcBef>
                  <a:buSzPts val="2400"/>
                  <a:buNone/>
                </a:pPr>
                <a:r>
                  <a:rPr lang="vi-VN" sz="1800" dirty="0"/>
                  <a:t>	Mã hóa cá thể: Chuỗi thành phố</a:t>
                </a:r>
              </a:p>
              <a:p>
                <a:pPr marL="0" indent="0">
                  <a:spcBef>
                    <a:spcPts val="0"/>
                  </a:spcBef>
                  <a:buSzPts val="2400"/>
                  <a:buNone/>
                </a:pPr>
                <a:r>
                  <a:rPr lang="vi-VN" sz="1800" dirty="0"/>
                  <a:t>	Hàm mục tiêu:</a:t>
                </a:r>
              </a:p>
              <a:p>
                <a:pPr marL="457200" lvl="1" indent="0">
                  <a:spcBef>
                    <a:spcPts val="0"/>
                  </a:spcBef>
                  <a:buNone/>
                </a:pPr>
                <a:r>
                  <a:rPr lang="vi-VN" sz="1800" i="1" dirty="0"/>
                  <a:t>		objective = min</a:t>
                </a:r>
                <a14:m>
                  <m:oMath xmlns:m="http://schemas.openxmlformats.org/officeDocument/2006/math">
                    <m:nary>
                      <m:naryPr>
                        <m:chr m:val="∑"/>
                        <m:supHide m:val="on"/>
                        <m:ctrlPr>
                          <a:rPr lang="vi-VN" sz="1800" i="1" smtClean="0">
                            <a:latin typeface="Cambria Math" panose="02040503050406030204" pitchFamily="18" charset="0"/>
                          </a:rPr>
                        </m:ctrlPr>
                      </m:naryPr>
                      <m:sub>
                        <m:r>
                          <m:rPr>
                            <m:brk m:alnAt="7"/>
                          </m:rPr>
                          <a:rPr lang="vi-VN" sz="1800" b="0" i="1" smtClean="0">
                            <a:latin typeface="Cambria Math" panose="02040503050406030204" pitchFamily="18" charset="0"/>
                          </a:rPr>
                          <m:t>(</m:t>
                        </m:r>
                        <m:r>
                          <m:rPr>
                            <m:sty m:val="p"/>
                          </m:rPr>
                          <a:rPr lang="vi-VN" sz="1800" i="1">
                            <a:latin typeface="Cambria Math" panose="02040503050406030204" pitchFamily="18" charset="0"/>
                          </a:rPr>
                          <m:t>i</m:t>
                        </m:r>
                        <m:r>
                          <a:rPr lang="vi-VN" sz="1800" b="0" i="1" smtClean="0">
                            <a:latin typeface="Cambria Math" panose="02040503050406030204" pitchFamily="18" charset="0"/>
                          </a:rPr>
                          <m:t>,</m:t>
                        </m:r>
                        <m:r>
                          <m:rPr>
                            <m:sty m:val="p"/>
                          </m:rPr>
                          <a:rPr lang="vi-VN" sz="1800" i="1">
                            <a:latin typeface="Cambria Math" panose="02040503050406030204" pitchFamily="18" charset="0"/>
                          </a:rPr>
                          <m:t>j</m:t>
                        </m:r>
                        <m:r>
                          <a:rPr lang="vi-VN" sz="1800" b="0" i="1" smtClean="0">
                            <a:latin typeface="Cambria Math" panose="02040503050406030204" pitchFamily="18" charset="0"/>
                          </a:rPr>
                          <m:t>)</m:t>
                        </m:r>
                        <m:r>
                          <a:rPr lang="vi-VN" sz="1800" i="1" smtClean="0">
                            <a:latin typeface="Cambria Math" panose="02040503050406030204" pitchFamily="18" charset="0"/>
                            <a:ea typeface="Cambria Math" panose="02040503050406030204" pitchFamily="18" charset="0"/>
                          </a:rPr>
                          <m:t>∈</m:t>
                        </m:r>
                        <m:r>
                          <m:rPr>
                            <m:sty m:val="p"/>
                          </m:rPr>
                          <a:rPr lang="vi-VN" sz="1800" i="1">
                            <a:latin typeface="Cambria Math" panose="02040503050406030204" pitchFamily="18" charset="0"/>
                            <a:ea typeface="Cambria Math" panose="02040503050406030204" pitchFamily="18" charset="0"/>
                          </a:rPr>
                          <m:t>R</m:t>
                        </m:r>
                        <m:r>
                          <a:rPr lang="vi-VN" sz="1800" b="0" i="1" smtClean="0">
                            <a:latin typeface="Cambria Math" panose="02040503050406030204" pitchFamily="18" charset="0"/>
                          </a:rPr>
                          <m:t> </m:t>
                        </m:r>
                      </m:sub>
                      <m:sup/>
                      <m:e>
                        <m:r>
                          <a:rPr lang="vi-VN" sz="1800" b="0" i="1" smtClean="0">
                            <a:latin typeface="Cambria Math" panose="02040503050406030204" pitchFamily="18" charset="0"/>
                          </a:rPr>
                          <m:t>(</m:t>
                        </m:r>
                        <m:r>
                          <m:rPr>
                            <m:sty m:val="p"/>
                          </m:rPr>
                          <a:rPr lang="vi-VN" sz="1800" i="1">
                            <a:latin typeface="Cambria Math" panose="02040503050406030204" pitchFamily="18" charset="0"/>
                          </a:rPr>
                          <m:t>t</m:t>
                        </m:r>
                        <m:r>
                          <a:rPr lang="vi-VN" sz="1800" b="0" i="1" smtClean="0">
                            <a:latin typeface="Cambria Math" panose="02040503050406030204" pitchFamily="18" charset="0"/>
                          </a:rPr>
                          <m:t>[</m:t>
                        </m:r>
                        <m:r>
                          <m:rPr>
                            <m:sty m:val="p"/>
                          </m:rPr>
                          <a:rPr lang="vi-VN" sz="1800" i="1">
                            <a:latin typeface="Cambria Math" panose="02040503050406030204" pitchFamily="18" charset="0"/>
                          </a:rPr>
                          <m:t>i</m:t>
                        </m:r>
                        <m:r>
                          <a:rPr lang="vi-VN" sz="1800" b="0" i="1" smtClean="0">
                            <a:latin typeface="Cambria Math" panose="02040503050406030204" pitchFamily="18" charset="0"/>
                          </a:rPr>
                          <m:t>,</m:t>
                        </m:r>
                        <m:r>
                          <m:rPr>
                            <m:sty m:val="p"/>
                          </m:rPr>
                          <a:rPr lang="vi-VN" sz="1800" i="1">
                            <a:latin typeface="Cambria Math" panose="02040503050406030204" pitchFamily="18" charset="0"/>
                          </a:rPr>
                          <m:t>j</m:t>
                        </m:r>
                        <m:r>
                          <a:rPr lang="vi-VN" sz="1800" b="0" i="1" smtClean="0">
                            <a:latin typeface="Cambria Math" panose="02040503050406030204" pitchFamily="18" charset="0"/>
                          </a:rPr>
                          <m:t>]+</m:t>
                        </m:r>
                        <m:r>
                          <m:rPr>
                            <m:sty m:val="p"/>
                          </m:rPr>
                          <a:rPr lang="vi-VN" sz="1800" i="1">
                            <a:latin typeface="Cambria Math" panose="02040503050406030204" pitchFamily="18" charset="0"/>
                          </a:rPr>
                          <m:t>late</m:t>
                        </m:r>
                        <m:d>
                          <m:dPr>
                            <m:begChr m:val="["/>
                            <m:endChr m:val="]"/>
                            <m:ctrlPr>
                              <a:rPr lang="vi-VN" sz="1800" b="0" i="1" smtClean="0">
                                <a:latin typeface="Cambria Math" panose="02040503050406030204" pitchFamily="18" charset="0"/>
                              </a:rPr>
                            </m:ctrlPr>
                          </m:dPr>
                          <m:e>
                            <m:r>
                              <m:rPr>
                                <m:sty m:val="p"/>
                              </m:rPr>
                              <a:rPr lang="vi-VN" sz="1800" i="1">
                                <a:latin typeface="Cambria Math" panose="02040503050406030204" pitchFamily="18" charset="0"/>
                              </a:rPr>
                              <m:t>j</m:t>
                            </m:r>
                          </m:e>
                        </m:d>
                        <m:r>
                          <a:rPr lang="vi-VN" sz="1800" b="0" i="1" smtClean="0">
                            <a:latin typeface="Cambria Math" panose="02040503050406030204" pitchFamily="18" charset="0"/>
                          </a:rPr>
                          <m:t>∗</m:t>
                        </m:r>
                        <m:r>
                          <m:rPr>
                            <m:sty m:val="p"/>
                          </m:rPr>
                          <a:rPr lang="vi-VN" sz="1800" i="1">
                            <a:latin typeface="Cambria Math" panose="02040503050406030204" pitchFamily="18" charset="0"/>
                          </a:rPr>
                          <m:t>penalty</m:t>
                        </m:r>
                        <m:r>
                          <a:rPr lang="vi-VN" sz="1800" b="0" i="1" smtClean="0">
                            <a:latin typeface="Cambria Math" panose="02040503050406030204" pitchFamily="18" charset="0"/>
                          </a:rPr>
                          <m:t>)</m:t>
                        </m:r>
                      </m:e>
                    </m:nary>
                  </m:oMath>
                </a14:m>
                <a:endParaRPr lang="vi-VN" sz="1800" i="1" dirty="0"/>
              </a:p>
              <a:p>
                <a:pPr marL="457200" lvl="1" indent="0">
                  <a:spcBef>
                    <a:spcPts val="0"/>
                  </a:spcBef>
                  <a:buNone/>
                </a:pPr>
                <a:r>
                  <a:rPr lang="vi-VN" sz="1600" i="1" dirty="0"/>
                  <a:t>		</a:t>
                </a:r>
              </a:p>
              <a:p>
                <a:pPr marL="457200" lvl="1" indent="0">
                  <a:spcBef>
                    <a:spcPts val="0"/>
                  </a:spcBef>
                  <a:buNone/>
                </a:pPr>
                <a:r>
                  <a:rPr lang="vi-VN" sz="1600" i="1" dirty="0"/>
                  <a:t>	Trong đó (i,j) là một đường đi trên lộ trình R</a:t>
                </a:r>
              </a:p>
              <a:p>
                <a:pPr marL="457200" lvl="1" indent="0">
                  <a:spcBef>
                    <a:spcPts val="0"/>
                  </a:spcBef>
                  <a:buNone/>
                </a:pPr>
                <a:r>
                  <a:rPr lang="vi-VN" sz="1600" i="1" dirty="0"/>
                  <a:t>	T[i,j] là thời gian di chuyển từ i đến j</a:t>
                </a:r>
              </a:p>
              <a:p>
                <a:pPr marL="457200" lvl="1" indent="0">
                  <a:spcBef>
                    <a:spcPts val="0"/>
                  </a:spcBef>
                  <a:buNone/>
                </a:pPr>
                <a:r>
                  <a:rPr lang="vi-VN" sz="1600" i="1" dirty="0"/>
                  <a:t>	late[j] là lượng thời gian trễ khi đến j, late[j] = latest[j]-arrival[j]</a:t>
                </a:r>
              </a:p>
              <a:p>
                <a:pPr marL="457200" lvl="1" indent="0">
                  <a:spcBef>
                    <a:spcPts val="0"/>
                  </a:spcBef>
                  <a:buNone/>
                </a:pPr>
                <a:r>
                  <a:rPr lang="vi-VN" sz="1600" i="1" dirty="0"/>
                  <a:t>	Penalty: hệ số phạt </a:t>
                </a:r>
              </a:p>
              <a:p>
                <a:pPr marL="457200" lvl="1" indent="0">
                  <a:spcBef>
                    <a:spcPts val="0"/>
                  </a:spcBef>
                  <a:buNone/>
                </a:pPr>
                <a:endParaRPr lang="vi-VN" sz="1600" i="1" dirty="0"/>
              </a:p>
              <a:p>
                <a:pPr marL="342900" indent="-342900">
                  <a:spcBef>
                    <a:spcPts val="0"/>
                  </a:spcBef>
                  <a:buSzPts val="2400"/>
                  <a:buFont typeface="Wingdings" panose="05000000000000000000" pitchFamily="2" charset="2"/>
                  <a:buChar char="§"/>
                </a:pPr>
                <a:r>
                  <a:rPr lang="vi-VN" sz="2000" dirty="0"/>
                  <a:t>GA-Multi objective optimization</a:t>
                </a:r>
              </a:p>
              <a:p>
                <a:pPr marL="0" indent="0">
                  <a:spcBef>
                    <a:spcPts val="0"/>
                  </a:spcBef>
                  <a:buSzPts val="2400"/>
                  <a:buNone/>
                </a:pPr>
                <a:r>
                  <a:rPr lang="vi-VN" sz="1800" dirty="0"/>
                  <a:t>	Mã hóa cá thể: Chuỗi thành phố</a:t>
                </a:r>
              </a:p>
              <a:p>
                <a:pPr marL="0" indent="0">
                  <a:spcBef>
                    <a:spcPts val="0"/>
                  </a:spcBef>
                  <a:buSzPts val="2400"/>
                  <a:buNone/>
                </a:pPr>
                <a:r>
                  <a:rPr lang="vi-VN" sz="1800" dirty="0"/>
                  <a:t>	Hàm mục tiêu:</a:t>
                </a:r>
              </a:p>
              <a:p>
                <a:pPr marL="0" indent="0">
                  <a:spcBef>
                    <a:spcPts val="0"/>
                  </a:spcBef>
                  <a:buSzPts val="2400"/>
                  <a:buNone/>
                </a:pPr>
                <a:r>
                  <a:rPr lang="vi-VN" sz="1600" dirty="0"/>
                  <a:t>		</a:t>
                </a:r>
                <a:r>
                  <a:rPr lang="vi-VN" sz="1400" i="1" dirty="0"/>
                  <a:t>+ </a:t>
                </a:r>
                <a:r>
                  <a:rPr lang="vi-VN" sz="1600" i="1" dirty="0"/>
                  <a:t>objective1 = min</a:t>
                </a:r>
                <a14:m>
                  <m:oMath xmlns:m="http://schemas.openxmlformats.org/officeDocument/2006/math">
                    <m:nary>
                      <m:naryPr>
                        <m:chr m:val="∑"/>
                        <m:supHide m:val="on"/>
                        <m:ctrlPr>
                          <a:rPr lang="vi-VN" sz="1600" i="1">
                            <a:latin typeface="Cambria Math" panose="02040503050406030204" pitchFamily="18" charset="0"/>
                          </a:rPr>
                        </m:ctrlPr>
                      </m:naryPr>
                      <m:sub>
                        <m:r>
                          <m:rPr>
                            <m:brk m:alnAt="7"/>
                          </m:rPr>
                          <a:rPr lang="vi-VN" sz="1600" i="1">
                            <a:latin typeface="Cambria Math" panose="02040503050406030204" pitchFamily="18" charset="0"/>
                          </a:rPr>
                          <m:t>(</m:t>
                        </m:r>
                        <m:r>
                          <m:rPr>
                            <m:sty m:val="p"/>
                          </m:rPr>
                          <a:rPr lang="vi-VN" sz="1600" i="1">
                            <a:latin typeface="Cambria Math" panose="02040503050406030204" pitchFamily="18" charset="0"/>
                          </a:rPr>
                          <m:t>i</m:t>
                        </m:r>
                        <m:r>
                          <a:rPr lang="vi-VN" sz="1600" i="1">
                            <a:latin typeface="Cambria Math" panose="02040503050406030204" pitchFamily="18" charset="0"/>
                          </a:rPr>
                          <m:t>,</m:t>
                        </m:r>
                        <m:r>
                          <m:rPr>
                            <m:sty m:val="p"/>
                          </m:rPr>
                          <a:rPr lang="vi-VN" sz="1600" i="1">
                            <a:latin typeface="Cambria Math" panose="02040503050406030204" pitchFamily="18" charset="0"/>
                          </a:rPr>
                          <m:t>j</m:t>
                        </m:r>
                        <m:r>
                          <a:rPr lang="vi-VN" sz="1600" i="1">
                            <a:latin typeface="Cambria Math" panose="02040503050406030204" pitchFamily="18" charset="0"/>
                          </a:rPr>
                          <m:t>)∈</m:t>
                        </m:r>
                        <m:r>
                          <m:rPr>
                            <m:sty m:val="p"/>
                          </m:rPr>
                          <a:rPr lang="vi-VN" sz="1600" i="1">
                            <a:latin typeface="Cambria Math" panose="02040503050406030204" pitchFamily="18" charset="0"/>
                            <a:ea typeface="Cambria Math" panose="02040503050406030204" pitchFamily="18" charset="0"/>
                          </a:rPr>
                          <m:t>R</m:t>
                        </m:r>
                        <m:r>
                          <a:rPr lang="vi-VN" sz="1600" i="1">
                            <a:latin typeface="Cambria Math" panose="02040503050406030204" pitchFamily="18" charset="0"/>
                          </a:rPr>
                          <m:t> </m:t>
                        </m:r>
                      </m:sub>
                      <m:sup/>
                      <m:e>
                        <m:r>
                          <a:rPr lang="vi-VN" sz="1600" i="1">
                            <a:latin typeface="Cambria Math" panose="02040503050406030204" pitchFamily="18" charset="0"/>
                          </a:rPr>
                          <m:t>(</m:t>
                        </m:r>
                        <m:r>
                          <m:rPr>
                            <m:sty m:val="p"/>
                          </m:rPr>
                          <a:rPr lang="vi-VN" sz="1600" i="1">
                            <a:latin typeface="Cambria Math" panose="02040503050406030204" pitchFamily="18" charset="0"/>
                          </a:rPr>
                          <m:t>t</m:t>
                        </m:r>
                        <m:r>
                          <a:rPr lang="vi-VN" sz="1600" i="1">
                            <a:latin typeface="Cambria Math" panose="02040503050406030204" pitchFamily="18" charset="0"/>
                          </a:rPr>
                          <m:t>[</m:t>
                        </m:r>
                        <m:r>
                          <m:rPr>
                            <m:sty m:val="p"/>
                          </m:rPr>
                          <a:rPr lang="vi-VN" sz="1600" i="1">
                            <a:latin typeface="Cambria Math" panose="02040503050406030204" pitchFamily="18" charset="0"/>
                          </a:rPr>
                          <m:t>i</m:t>
                        </m:r>
                        <m:r>
                          <a:rPr lang="vi-VN" sz="1600" i="1">
                            <a:latin typeface="Cambria Math" panose="02040503050406030204" pitchFamily="18" charset="0"/>
                          </a:rPr>
                          <m:t>,</m:t>
                        </m:r>
                        <m:r>
                          <m:rPr>
                            <m:sty m:val="p"/>
                          </m:rPr>
                          <a:rPr lang="vi-VN" sz="1600" i="1" smtClean="0">
                            <a:latin typeface="Cambria Math" panose="02040503050406030204" pitchFamily="18" charset="0"/>
                          </a:rPr>
                          <m:t>j</m:t>
                        </m:r>
                        <m:r>
                          <a:rPr lang="vi-VN" sz="1600" b="0" i="1" smtClean="0">
                            <a:latin typeface="Cambria Math" panose="02040503050406030204" pitchFamily="18" charset="0"/>
                          </a:rPr>
                          <m:t>]</m:t>
                        </m:r>
                        <m:r>
                          <a:rPr lang="vi-VN" sz="1600" i="1">
                            <a:latin typeface="Cambria Math" panose="02040503050406030204" pitchFamily="18" charset="0"/>
                          </a:rPr>
                          <m:t>)</m:t>
                        </m:r>
                      </m:e>
                    </m:nary>
                  </m:oMath>
                </a14:m>
                <a:endParaRPr lang="vi-VN" sz="1600" i="1" dirty="0"/>
              </a:p>
              <a:p>
                <a:pPr marL="0" indent="0">
                  <a:spcBef>
                    <a:spcPts val="0"/>
                  </a:spcBef>
                  <a:buSzPts val="2400"/>
                  <a:buNone/>
                </a:pPr>
                <a:r>
                  <a:rPr lang="vi-VN" sz="1600" dirty="0"/>
                  <a:t>		+ </a:t>
                </a:r>
                <a:r>
                  <a:rPr lang="vi-VN" sz="1600" i="1" dirty="0"/>
                  <a:t>objective2 =</a:t>
                </a:r>
                <a:r>
                  <a:rPr lang="vi-VN" sz="1600" dirty="0"/>
                  <a:t> </a:t>
                </a:r>
                <a:r>
                  <a:rPr lang="vi-VN" sz="1800" i="1" dirty="0"/>
                  <a:t>min</a:t>
                </a:r>
                <a14:m>
                  <m:oMath xmlns:m="http://schemas.openxmlformats.org/officeDocument/2006/math">
                    <m:nary>
                      <m:naryPr>
                        <m:chr m:val="∑"/>
                        <m:supHide m:val="on"/>
                        <m:ctrlPr>
                          <a:rPr lang="vi-VN" sz="1800" i="1">
                            <a:latin typeface="Cambria Math" panose="02040503050406030204" pitchFamily="18" charset="0"/>
                          </a:rPr>
                        </m:ctrlPr>
                      </m:naryPr>
                      <m:sub>
                        <m:r>
                          <m:rPr>
                            <m:brk m:alnAt="7"/>
                          </m:rPr>
                          <a:rPr lang="vi-VN" sz="1800" i="1">
                            <a:latin typeface="Cambria Math" panose="02040503050406030204" pitchFamily="18" charset="0"/>
                          </a:rPr>
                          <m:t>(</m:t>
                        </m:r>
                        <m:r>
                          <m:rPr>
                            <m:sty m:val="p"/>
                          </m:rPr>
                          <a:rPr lang="vi-VN" sz="1800" i="1">
                            <a:latin typeface="Cambria Math" panose="02040503050406030204" pitchFamily="18" charset="0"/>
                          </a:rPr>
                          <m:t>i</m:t>
                        </m:r>
                        <m:r>
                          <a:rPr lang="vi-VN" sz="1800" i="1">
                            <a:latin typeface="Cambria Math" panose="02040503050406030204" pitchFamily="18" charset="0"/>
                          </a:rPr>
                          <m:t>,</m:t>
                        </m:r>
                        <m:r>
                          <m:rPr>
                            <m:sty m:val="p"/>
                          </m:rPr>
                          <a:rPr lang="vi-VN" sz="1800" i="1">
                            <a:latin typeface="Cambria Math" panose="02040503050406030204" pitchFamily="18" charset="0"/>
                          </a:rPr>
                          <m:t>j</m:t>
                        </m:r>
                        <m:r>
                          <a:rPr lang="vi-VN" sz="1800" i="1">
                            <a:latin typeface="Cambria Math" panose="02040503050406030204" pitchFamily="18" charset="0"/>
                          </a:rPr>
                          <m:t>)∈</m:t>
                        </m:r>
                        <m:r>
                          <m:rPr>
                            <m:sty m:val="p"/>
                          </m:rPr>
                          <a:rPr lang="vi-VN" sz="1800" i="1">
                            <a:latin typeface="Cambria Math" panose="02040503050406030204" pitchFamily="18" charset="0"/>
                            <a:ea typeface="Cambria Math" panose="02040503050406030204" pitchFamily="18" charset="0"/>
                          </a:rPr>
                          <m:t>R</m:t>
                        </m:r>
                        <m:r>
                          <a:rPr lang="vi-VN" sz="1800" i="1">
                            <a:latin typeface="Cambria Math" panose="02040503050406030204" pitchFamily="18" charset="0"/>
                          </a:rPr>
                          <m:t> </m:t>
                        </m:r>
                      </m:sub>
                      <m:sup/>
                      <m:e>
                        <m:r>
                          <a:rPr lang="vi-VN" sz="1800" i="1">
                            <a:latin typeface="Cambria Math" panose="02040503050406030204" pitchFamily="18" charset="0"/>
                          </a:rPr>
                          <m:t>(</m:t>
                        </m:r>
                        <m:r>
                          <m:rPr>
                            <m:sty m:val="p"/>
                          </m:rPr>
                          <a:rPr lang="vi-VN" sz="1800" i="1">
                            <a:latin typeface="Cambria Math" panose="02040503050406030204" pitchFamily="18" charset="0"/>
                          </a:rPr>
                          <m:t>len</m:t>
                        </m:r>
                        <m:d>
                          <m:dPr>
                            <m:ctrlPr>
                              <a:rPr lang="vi-VN" sz="1800" b="0" i="1" smtClean="0">
                                <a:latin typeface="Cambria Math" panose="02040503050406030204" pitchFamily="18" charset="0"/>
                              </a:rPr>
                            </m:ctrlPr>
                          </m:dPr>
                          <m:e>
                            <m:r>
                              <m:rPr>
                                <m:sty m:val="p"/>
                              </m:rPr>
                              <a:rPr lang="vi-VN" sz="1800" i="1">
                                <a:latin typeface="Cambria Math" panose="02040503050406030204" pitchFamily="18" charset="0"/>
                              </a:rPr>
                              <m:t>late</m:t>
                            </m:r>
                            <m:d>
                              <m:dPr>
                                <m:begChr m:val="["/>
                                <m:endChr m:val="]"/>
                                <m:ctrlPr>
                                  <a:rPr lang="vi-VN" sz="1800" b="0" i="1" smtClean="0">
                                    <a:latin typeface="Cambria Math" panose="02040503050406030204" pitchFamily="18" charset="0"/>
                                  </a:rPr>
                                </m:ctrlPr>
                              </m:dPr>
                              <m:e>
                                <m:r>
                                  <m:rPr>
                                    <m:sty m:val="p"/>
                                  </m:rPr>
                                  <a:rPr lang="vi-VN" sz="1800" i="1">
                                    <a:latin typeface="Cambria Math" panose="02040503050406030204" pitchFamily="18" charset="0"/>
                                  </a:rPr>
                                  <m:t>j</m:t>
                                </m:r>
                              </m:e>
                            </m:d>
                          </m:e>
                        </m:d>
                        <m:r>
                          <a:rPr lang="vi-VN" sz="1800" b="0" i="1" smtClean="0">
                            <a:latin typeface="Cambria Math" panose="02040503050406030204" pitchFamily="18" charset="0"/>
                          </a:rPr>
                          <m:t>)</m:t>
                        </m:r>
                      </m:e>
                    </m:nary>
                    <m:r>
                      <a:rPr lang="vi-VN" sz="1800" i="1">
                        <a:latin typeface="Cambria Math" panose="02040503050406030204" pitchFamily="18" charset="0"/>
                      </a:rPr>
                      <m:t> </m:t>
                    </m:r>
                  </m:oMath>
                </a14:m>
                <a:r>
                  <a:rPr lang="vi-VN" sz="1800" i="1" dirty="0"/>
                  <a:t>(số lần đến trễ)</a:t>
                </a:r>
              </a:p>
              <a:p>
                <a:pPr marL="342900" indent="-342900">
                  <a:spcBef>
                    <a:spcPts val="0"/>
                  </a:spcBef>
                  <a:buSzPts val="2400"/>
                  <a:buFont typeface="Wingdings" panose="05000000000000000000" pitchFamily="2" charset="2"/>
                  <a:buChar char="§"/>
                </a:pPr>
                <a:r>
                  <a:rPr lang="vi-VN" sz="2000" dirty="0"/>
                  <a:t>GP:</a:t>
                </a:r>
              </a:p>
              <a:p>
                <a:pPr marL="914400" lvl="2" indent="0">
                  <a:spcBef>
                    <a:spcPts val="0"/>
                  </a:spcBef>
                  <a:buNone/>
                </a:pPr>
                <a:r>
                  <a:rPr lang="vi-VN" sz="1800" dirty="0"/>
                  <a:t>Mã hóa cá thể: Sự kết hợp của các luật (mỗi luật đánh giá khả độ ưu tiên cho từng request để phục vụ)</a:t>
                </a:r>
              </a:p>
              <a:p>
                <a:pPr marL="457200" lvl="1" indent="0">
                  <a:spcBef>
                    <a:spcPts val="0"/>
                  </a:spcBef>
                  <a:buNone/>
                </a:pPr>
                <a:r>
                  <a:rPr lang="vi-VN" sz="1600" dirty="0"/>
                  <a:t>	Hàm mục tiêu:</a:t>
                </a:r>
              </a:p>
              <a:p>
                <a:pPr marL="457200" lvl="1" indent="0">
                  <a:spcBef>
                    <a:spcPts val="0"/>
                  </a:spcBef>
                  <a:buNone/>
                </a:pPr>
                <a:r>
                  <a:rPr lang="vi-VN" sz="1600" i="1" dirty="0"/>
                  <a:t>		objective = min</a:t>
                </a:r>
                <a14:m>
                  <m:oMath xmlns:m="http://schemas.openxmlformats.org/officeDocument/2006/math">
                    <m:nary>
                      <m:naryPr>
                        <m:chr m:val="∑"/>
                        <m:supHide m:val="on"/>
                        <m:ctrlPr>
                          <a:rPr lang="vi-VN" sz="1600" i="1">
                            <a:latin typeface="Cambria Math" panose="02040503050406030204" pitchFamily="18" charset="0"/>
                          </a:rPr>
                        </m:ctrlPr>
                      </m:naryPr>
                      <m:sub>
                        <m:r>
                          <m:rPr>
                            <m:brk m:alnAt="7"/>
                          </m:rPr>
                          <a:rPr lang="vi-VN" sz="1600" i="1">
                            <a:latin typeface="Cambria Math" panose="02040503050406030204" pitchFamily="18" charset="0"/>
                          </a:rPr>
                          <m:t>(</m:t>
                        </m:r>
                        <m:r>
                          <m:rPr>
                            <m:sty m:val="p"/>
                          </m:rPr>
                          <a:rPr lang="vi-VN" sz="1600" i="1">
                            <a:latin typeface="Cambria Math" panose="02040503050406030204" pitchFamily="18" charset="0"/>
                          </a:rPr>
                          <m:t>i</m:t>
                        </m:r>
                        <m:r>
                          <a:rPr lang="vi-VN" sz="1600" i="1">
                            <a:latin typeface="Cambria Math" panose="02040503050406030204" pitchFamily="18" charset="0"/>
                          </a:rPr>
                          <m:t>,</m:t>
                        </m:r>
                        <m:r>
                          <m:rPr>
                            <m:sty m:val="p"/>
                          </m:rPr>
                          <a:rPr lang="vi-VN" sz="1600" i="1">
                            <a:latin typeface="Cambria Math" panose="02040503050406030204" pitchFamily="18" charset="0"/>
                          </a:rPr>
                          <m:t>j</m:t>
                        </m:r>
                        <m:r>
                          <a:rPr lang="vi-VN" sz="1600" i="1">
                            <a:latin typeface="Cambria Math" panose="02040503050406030204" pitchFamily="18" charset="0"/>
                          </a:rPr>
                          <m:t>)∈</m:t>
                        </m:r>
                        <m:r>
                          <m:rPr>
                            <m:sty m:val="p"/>
                          </m:rPr>
                          <a:rPr lang="vi-VN" sz="1600" i="1">
                            <a:latin typeface="Cambria Math" panose="02040503050406030204" pitchFamily="18" charset="0"/>
                            <a:ea typeface="Cambria Math" panose="02040503050406030204" pitchFamily="18" charset="0"/>
                          </a:rPr>
                          <m:t>R</m:t>
                        </m:r>
                        <m:r>
                          <a:rPr lang="vi-VN" sz="1600" i="1">
                            <a:latin typeface="Cambria Math" panose="02040503050406030204" pitchFamily="18" charset="0"/>
                          </a:rPr>
                          <m:t> </m:t>
                        </m:r>
                      </m:sub>
                      <m:sup/>
                      <m:e>
                        <m:r>
                          <a:rPr lang="vi-VN" sz="1600" i="1">
                            <a:latin typeface="Cambria Math" panose="02040503050406030204" pitchFamily="18" charset="0"/>
                          </a:rPr>
                          <m:t>(</m:t>
                        </m:r>
                        <m:r>
                          <m:rPr>
                            <m:sty m:val="p"/>
                          </m:rPr>
                          <a:rPr lang="vi-VN" sz="1600" i="1">
                            <a:latin typeface="Cambria Math" panose="02040503050406030204" pitchFamily="18" charset="0"/>
                          </a:rPr>
                          <m:t>t</m:t>
                        </m:r>
                        <m:r>
                          <a:rPr lang="vi-VN" sz="1600" i="1">
                            <a:latin typeface="Cambria Math" panose="02040503050406030204" pitchFamily="18" charset="0"/>
                          </a:rPr>
                          <m:t>[</m:t>
                        </m:r>
                        <m:r>
                          <m:rPr>
                            <m:sty m:val="p"/>
                          </m:rPr>
                          <a:rPr lang="vi-VN" sz="1600" i="1">
                            <a:latin typeface="Cambria Math" panose="02040503050406030204" pitchFamily="18" charset="0"/>
                          </a:rPr>
                          <m:t>i</m:t>
                        </m:r>
                        <m:r>
                          <a:rPr lang="vi-VN" sz="1600" i="1">
                            <a:latin typeface="Cambria Math" panose="02040503050406030204" pitchFamily="18" charset="0"/>
                          </a:rPr>
                          <m:t>,</m:t>
                        </m:r>
                        <m:r>
                          <m:rPr>
                            <m:sty m:val="p"/>
                          </m:rPr>
                          <a:rPr lang="vi-VN" sz="1600" i="1">
                            <a:latin typeface="Cambria Math" panose="02040503050406030204" pitchFamily="18" charset="0"/>
                          </a:rPr>
                          <m:t>j</m:t>
                        </m:r>
                        <m:r>
                          <a:rPr lang="vi-VN" sz="1600" i="1">
                            <a:latin typeface="Cambria Math" panose="02040503050406030204" pitchFamily="18" charset="0"/>
                          </a:rPr>
                          <m:t>])</m:t>
                        </m:r>
                      </m:e>
                    </m:nary>
                  </m:oMath>
                </a14:m>
                <a:endParaRPr lang="vi-VN" sz="1600" dirty="0"/>
              </a:p>
            </p:txBody>
          </p:sp>
        </mc:Choice>
        <mc:Fallback xmlns="">
          <p:sp>
            <p:nvSpPr>
              <p:cNvPr id="79" name="Google Shape;79;p4">
                <a:extLst>
                  <a:ext uri="{FF2B5EF4-FFF2-40B4-BE49-F238E27FC236}">
                    <a16:creationId xmlns:a16="http://schemas.microsoft.com/office/drawing/2014/main" id="{D225CE83-74EB-6AF3-0AA3-8B164D41F0A6}"/>
                  </a:ext>
                </a:extLst>
              </p:cNvPr>
              <p:cNvSpPr txBox="1">
                <a:spLocks noGrp="1" noRot="1" noChangeAspect="1" noMove="1" noResize="1" noEditPoints="1" noAdjustHandles="1" noChangeArrowheads="1" noChangeShapeType="1" noTextEdit="1"/>
              </p:cNvSpPr>
              <p:nvPr>
                <p:ph type="body" idx="1"/>
              </p:nvPr>
            </p:nvSpPr>
            <p:spPr>
              <a:xfrm>
                <a:off x="365759" y="943276"/>
                <a:ext cx="8543417" cy="5201364"/>
              </a:xfrm>
              <a:prstGeom prst="rect">
                <a:avLst/>
              </a:prstGeom>
              <a:blipFill>
                <a:blip r:embed="rId3"/>
                <a:stretch>
                  <a:fillRect l="-999" t="-1876" b="-6682"/>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23932501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9">
          <a:extLst>
            <a:ext uri="{FF2B5EF4-FFF2-40B4-BE49-F238E27FC236}">
              <a16:creationId xmlns:a16="http://schemas.microsoft.com/office/drawing/2014/main" id="{6C0DA470-633F-0B31-2FBD-413F68007E7F}"/>
            </a:ext>
          </a:extLst>
        </p:cNvPr>
        <p:cNvGrpSpPr/>
        <p:nvPr/>
      </p:nvGrpSpPr>
      <p:grpSpPr>
        <a:xfrm>
          <a:off x="0" y="0"/>
          <a:ext cx="0" cy="0"/>
          <a:chOff x="0" y="0"/>
          <a:chExt cx="0" cy="0"/>
        </a:xfrm>
      </p:grpSpPr>
      <p:sp>
        <p:nvSpPr>
          <p:cNvPr id="70" name="Google Shape;70;g39884b74e3e_0_14">
            <a:extLst>
              <a:ext uri="{FF2B5EF4-FFF2-40B4-BE49-F238E27FC236}">
                <a16:creationId xmlns:a16="http://schemas.microsoft.com/office/drawing/2014/main" id="{8D1F11F3-7685-3E60-5947-944D90F7DF4F}"/>
              </a:ext>
            </a:extLst>
          </p:cNvPr>
          <p:cNvSpPr txBox="1">
            <a:spLocks noGrp="1"/>
          </p:cNvSpPr>
          <p:nvPr>
            <p:ph type="sldNum" idx="12"/>
          </p:nvPr>
        </p:nvSpPr>
        <p:spPr>
          <a:xfrm>
            <a:off x="6867383" y="6572126"/>
            <a:ext cx="2057400" cy="3651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6</a:t>
            </a:fld>
            <a:endParaRPr/>
          </a:p>
        </p:txBody>
      </p:sp>
      <p:sp>
        <p:nvSpPr>
          <p:cNvPr id="71" name="Google Shape;71;g39884b74e3e_0_14">
            <a:extLst>
              <a:ext uri="{FF2B5EF4-FFF2-40B4-BE49-F238E27FC236}">
                <a16:creationId xmlns:a16="http://schemas.microsoft.com/office/drawing/2014/main" id="{22BB4CEB-0253-7411-FA2C-5C8BD121E55A}"/>
              </a:ext>
            </a:extLst>
          </p:cNvPr>
          <p:cNvSpPr txBox="1">
            <a:spLocks noGrp="1"/>
          </p:cNvSpPr>
          <p:nvPr>
            <p:ph type="title"/>
          </p:nvPr>
        </p:nvSpPr>
        <p:spPr>
          <a:xfrm>
            <a:off x="235077" y="78613"/>
            <a:ext cx="8673900" cy="4518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a:buNone/>
            </a:pPr>
            <a:r>
              <a:rPr lang="vi-VN" dirty="0"/>
              <a:t>Chiến thuật khởi tạo tham lam</a:t>
            </a:r>
            <a:endParaRPr dirty="0"/>
          </a:p>
        </p:txBody>
      </p:sp>
      <p:sp>
        <p:nvSpPr>
          <p:cNvPr id="72" name="Google Shape;72;g39884b74e3e_0_14">
            <a:extLst>
              <a:ext uri="{FF2B5EF4-FFF2-40B4-BE49-F238E27FC236}">
                <a16:creationId xmlns:a16="http://schemas.microsoft.com/office/drawing/2014/main" id="{BE3FD207-CB40-C232-8BA7-5C03D8594F53}"/>
              </a:ext>
            </a:extLst>
          </p:cNvPr>
          <p:cNvSpPr txBox="1">
            <a:spLocks noGrp="1"/>
          </p:cNvSpPr>
          <p:nvPr>
            <p:ph type="body" idx="1"/>
          </p:nvPr>
        </p:nvSpPr>
        <p:spPr>
          <a:xfrm>
            <a:off x="86627" y="1049153"/>
            <a:ext cx="8822650" cy="5095493"/>
          </a:xfrm>
          <a:prstGeom prst="rect">
            <a:avLst/>
          </a:prstGeom>
          <a:noFill/>
          <a:ln>
            <a:noFill/>
          </a:ln>
        </p:spPr>
        <p:txBody>
          <a:bodyPr spcFirstLastPara="1" wrap="square" lIns="91425" tIns="45700" rIns="91425" bIns="45700" anchor="t" anchorCtr="0">
            <a:noAutofit/>
          </a:bodyPr>
          <a:lstStyle/>
          <a:p>
            <a:pPr marL="495300" lvl="0" indent="-342900" algn="l" rtl="0">
              <a:lnSpc>
                <a:spcPct val="90000"/>
              </a:lnSpc>
              <a:spcBef>
                <a:spcPts val="0"/>
              </a:spcBef>
              <a:spcAft>
                <a:spcPts val="0"/>
              </a:spcAft>
              <a:buClr>
                <a:schemeClr val="dk1"/>
              </a:buClr>
              <a:buSzPts val="2400"/>
              <a:buFont typeface="Wingdings" panose="05000000000000000000" pitchFamily="2" charset="2"/>
              <a:buChar char="§"/>
            </a:pPr>
            <a:r>
              <a:rPr lang="vi-VN" sz="2400" dirty="0"/>
              <a:t>Khởi tạo ngẫu nhiên toàn bộ quần thể: quần thể kém, khó cải thiện và dễ rơi vào cực trị địa phương qua nhiều thế hệ</a:t>
            </a:r>
          </a:p>
          <a:p>
            <a:pPr marL="495300" indent="-342900">
              <a:spcBef>
                <a:spcPts val="0"/>
              </a:spcBef>
              <a:buSzPts val="2400"/>
              <a:buFont typeface="Wingdings" panose="05000000000000000000" pitchFamily="2" charset="2"/>
              <a:buChar char="§"/>
            </a:pPr>
            <a:r>
              <a:rPr lang="vi-VN" sz="2400" dirty="0"/>
              <a:t>Khởi tạo tham lam:</a:t>
            </a:r>
          </a:p>
          <a:p>
            <a:pPr marL="952500" lvl="1" indent="-342900">
              <a:spcBef>
                <a:spcPts val="0"/>
              </a:spcBef>
            </a:pPr>
            <a:r>
              <a:rPr lang="vi-VN" sz="2000" dirty="0"/>
              <a:t>Chiến thuật 1: Thời gian di chuyển ngắn nhất</a:t>
            </a:r>
          </a:p>
          <a:p>
            <a:pPr marL="1524000" lvl="3" indent="0">
              <a:spcBef>
                <a:spcPts val="0"/>
              </a:spcBef>
              <a:buNone/>
            </a:pPr>
            <a:r>
              <a:rPr lang="vi-VN" sz="1600" dirty="0"/>
              <a:t>Chiến thuật dễ nhìn thấy nhất, nhưng không đủ hiệu quả vì chưa gắn với thời gian time window</a:t>
            </a:r>
          </a:p>
          <a:p>
            <a:pPr marL="952500" lvl="1" indent="-342900">
              <a:spcBef>
                <a:spcPts val="0"/>
              </a:spcBef>
            </a:pPr>
            <a:r>
              <a:rPr lang="vi-VN" sz="2000" dirty="0"/>
              <a:t>Chiến thuật 2: Thời gian chờ ngắn nhất</a:t>
            </a:r>
          </a:p>
          <a:p>
            <a:pPr marL="1066800" lvl="2" indent="0">
              <a:spcBef>
                <a:spcPts val="0"/>
              </a:spcBef>
              <a:buNone/>
            </a:pPr>
            <a:r>
              <a:rPr lang="vi-VN" sz="1600" dirty="0"/>
              <a:t>	Điều này có nghĩa là tránh lãng phí thời gian nhất có thể</a:t>
            </a:r>
          </a:p>
          <a:p>
            <a:pPr marL="952500" lvl="1" indent="-342900">
              <a:spcBef>
                <a:spcPts val="0"/>
              </a:spcBef>
            </a:pPr>
            <a:r>
              <a:rPr lang="vi-VN" sz="2000" dirty="0"/>
              <a:t>Chiến thuật 3: Thời gian mở cửa time window sớm nhất</a:t>
            </a:r>
          </a:p>
          <a:p>
            <a:pPr marL="1066800" lvl="2" indent="0">
              <a:spcBef>
                <a:spcPts val="0"/>
              </a:spcBef>
              <a:buNone/>
            </a:pPr>
            <a:r>
              <a:rPr lang="vi-VN" sz="1600" dirty="0"/>
              <a:t>	Có thể tốt, vì mở cửa sớm thường đóng cửa sớm</a:t>
            </a:r>
          </a:p>
          <a:p>
            <a:pPr marL="952500" lvl="1" indent="-342900">
              <a:spcBef>
                <a:spcPts val="0"/>
              </a:spcBef>
            </a:pPr>
            <a:r>
              <a:rPr lang="vi-VN" sz="2000" dirty="0"/>
              <a:t>Chiến thuật 4: Khẩn cấp nhất</a:t>
            </a:r>
          </a:p>
          <a:p>
            <a:pPr marL="1524000" lvl="3" indent="0">
              <a:spcBef>
                <a:spcPts val="0"/>
              </a:spcBef>
              <a:buNone/>
            </a:pPr>
            <a:r>
              <a:rPr lang="vi-VN" sz="1600" dirty="0"/>
              <a:t>Là chọn những request mà khi đến nơi vẫn kịp trước thời hạn đóng cửa time window, trong đó thời gian còn lại càng ít càng được ưu tiên. Điều này tránh vi phạm time </a:t>
            </a:r>
            <a:r>
              <a:rPr lang="vi-VN" sz="1400" dirty="0"/>
              <a:t>window</a:t>
            </a:r>
          </a:p>
          <a:p>
            <a:pPr marL="495300" indent="-342900">
              <a:spcBef>
                <a:spcPts val="0"/>
              </a:spcBef>
              <a:buFont typeface="Wingdings" panose="05000000000000000000" pitchFamily="2" charset="2"/>
              <a:buChar char="§"/>
            </a:pPr>
            <a:r>
              <a:rPr lang="vi-VN" sz="2400" dirty="0"/>
              <a:t>Khởi tạo quần thể: là sự kết hợp cả 4 chiến thuật tham lam với tỉ lệ 30-50% quần thể, còn lại là khởi tạo ngẫu nhiên để đảm bảo tính tổng quát</a:t>
            </a:r>
          </a:p>
          <a:p>
            <a:pPr marL="228600" lvl="0" indent="-76200" algn="l" rtl="0">
              <a:lnSpc>
                <a:spcPct val="90000"/>
              </a:lnSpc>
              <a:spcBef>
                <a:spcPts val="0"/>
              </a:spcBef>
              <a:spcAft>
                <a:spcPts val="0"/>
              </a:spcAft>
              <a:buClr>
                <a:schemeClr val="dk1"/>
              </a:buClr>
              <a:buSzPts val="2400"/>
              <a:buNone/>
            </a:pPr>
            <a:endParaRPr lang="vi-VN" sz="2400" dirty="0"/>
          </a:p>
        </p:txBody>
      </p:sp>
    </p:spTree>
    <p:extLst>
      <p:ext uri="{BB962C8B-B14F-4D97-AF65-F5344CB8AC3E}">
        <p14:creationId xmlns:p14="http://schemas.microsoft.com/office/powerpoint/2010/main" val="37311878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4"/>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7</a:t>
            </a:fld>
            <a:endParaRPr/>
          </a:p>
        </p:txBody>
      </p:sp>
      <p:sp>
        <p:nvSpPr>
          <p:cNvPr id="78" name="Google Shape;78;p4"/>
          <p:cNvSpPr txBox="1">
            <a:spLocks noGrp="1"/>
          </p:cNvSpPr>
          <p:nvPr>
            <p:ph type="title"/>
          </p:nvPr>
        </p:nvSpPr>
        <p:spPr>
          <a:xfrm>
            <a:off x="235077" y="107489"/>
            <a:ext cx="8673846" cy="45173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a:buNone/>
            </a:pPr>
            <a:r>
              <a:rPr lang="vi-VN" dirty="0"/>
              <a:t>Lựa chọn toán tử </a:t>
            </a:r>
            <a:endParaRPr dirty="0"/>
          </a:p>
        </p:txBody>
      </p:sp>
      <p:sp>
        <p:nvSpPr>
          <p:cNvPr id="79" name="Google Shape;79;p4"/>
          <p:cNvSpPr txBox="1">
            <a:spLocks noGrp="1"/>
          </p:cNvSpPr>
          <p:nvPr>
            <p:ph type="body" idx="1"/>
          </p:nvPr>
        </p:nvSpPr>
        <p:spPr>
          <a:xfrm>
            <a:off x="235077" y="1029903"/>
            <a:ext cx="8674100" cy="5114737"/>
          </a:xfrm>
          <a:prstGeom prst="rect">
            <a:avLst/>
          </a:prstGeom>
          <a:noFill/>
          <a:ln>
            <a:noFill/>
          </a:ln>
        </p:spPr>
        <p:txBody>
          <a:bodyPr spcFirstLastPara="1" wrap="square" lIns="91425" tIns="45700" rIns="91425" bIns="45700" anchor="t" anchorCtr="0">
            <a:noAutofit/>
          </a:bodyPr>
          <a:lstStyle/>
          <a:p>
            <a:pPr marL="342900" indent="-342900">
              <a:spcBef>
                <a:spcPts val="0"/>
              </a:spcBef>
              <a:buSzPts val="2400"/>
              <a:buFont typeface="Wingdings" panose="05000000000000000000" pitchFamily="2" charset="2"/>
              <a:buChar char="§"/>
            </a:pPr>
            <a:r>
              <a:rPr lang="vi-VN" dirty="0"/>
              <a:t>Các toán tử sử dụng cho GA:</a:t>
            </a:r>
          </a:p>
          <a:p>
            <a:pPr marL="742950" lvl="1" indent="-285750">
              <a:spcBef>
                <a:spcPts val="0"/>
              </a:spcBef>
              <a:buFont typeface="Arial" panose="020B0604020202020204" pitchFamily="34" charset="0"/>
              <a:buChar char="•"/>
            </a:pPr>
            <a:r>
              <a:rPr lang="vi-VN" sz="2000" dirty="0"/>
              <a:t>Đánh giá độ fitness: Đánh giá tiêu chuẩn (fitness = objective)</a:t>
            </a:r>
          </a:p>
          <a:p>
            <a:pPr marL="742950" lvl="1" indent="-285750">
              <a:spcBef>
                <a:spcPts val="0"/>
              </a:spcBef>
              <a:buFont typeface="Arial" panose="020B0604020202020204" pitchFamily="34" charset="0"/>
              <a:buChar char="•"/>
            </a:pPr>
            <a:r>
              <a:rPr lang="vi-VN" sz="2000" dirty="0"/>
              <a:t>Lựa chọn cha mẹ: roulette, tournament selection</a:t>
            </a:r>
          </a:p>
          <a:p>
            <a:pPr marL="742950" lvl="1" indent="-285750">
              <a:spcBef>
                <a:spcPts val="0"/>
              </a:spcBef>
            </a:pPr>
            <a:r>
              <a:rPr lang="vi-VN" sz="2000" dirty="0"/>
              <a:t>Lai ghép: order crossover</a:t>
            </a:r>
          </a:p>
          <a:p>
            <a:pPr marL="742950" lvl="1" indent="-285750">
              <a:spcBef>
                <a:spcPts val="0"/>
              </a:spcBef>
            </a:pPr>
            <a:r>
              <a:rPr lang="vi-VN" sz="2000" dirty="0"/>
              <a:t>Đột biến: inverison, scramble, swap mutation</a:t>
            </a:r>
          </a:p>
          <a:p>
            <a:pPr marL="742950" lvl="1" indent="-285750">
              <a:spcBef>
                <a:spcPts val="0"/>
              </a:spcBef>
            </a:pPr>
            <a:r>
              <a:rPr lang="vi-VN" sz="2000" dirty="0"/>
              <a:t>Chọn lọc sinh tồn: s</a:t>
            </a:r>
            <a:r>
              <a:rPr lang="en-US" sz="2000" dirty="0" err="1"/>
              <a:t>tochastic</a:t>
            </a:r>
            <a:r>
              <a:rPr lang="en-US" sz="2000" dirty="0"/>
              <a:t> </a:t>
            </a:r>
            <a:r>
              <a:rPr lang="vi-VN" sz="2000" dirty="0"/>
              <a:t>u</a:t>
            </a:r>
            <a:r>
              <a:rPr lang="en-US" sz="2000" dirty="0" err="1"/>
              <a:t>niversal</a:t>
            </a:r>
            <a:r>
              <a:rPr lang="en-US" sz="2000" dirty="0"/>
              <a:t> </a:t>
            </a:r>
            <a:r>
              <a:rPr lang="vi-VN" sz="2000" dirty="0"/>
              <a:t>sampling,</a:t>
            </a:r>
            <a:endParaRPr lang="en-US" sz="2000" dirty="0"/>
          </a:p>
          <a:p>
            <a:pPr marL="457200" lvl="1" indent="0">
              <a:spcBef>
                <a:spcPts val="0"/>
              </a:spcBef>
              <a:buNone/>
            </a:pPr>
            <a:r>
              <a:rPr lang="vi-VN" sz="2000" dirty="0"/>
              <a:t>tournament survivor selection</a:t>
            </a:r>
          </a:p>
          <a:p>
            <a:pPr marL="342900" lvl="0" indent="-342900" rtl="0">
              <a:lnSpc>
                <a:spcPct val="90000"/>
              </a:lnSpc>
              <a:spcBef>
                <a:spcPts val="0"/>
              </a:spcBef>
              <a:spcAft>
                <a:spcPts val="0"/>
              </a:spcAft>
              <a:buClr>
                <a:schemeClr val="dk1"/>
              </a:buClr>
              <a:buSzPts val="2400"/>
              <a:buFont typeface="Wingdings" panose="05000000000000000000" pitchFamily="2" charset="2"/>
              <a:buChar char="§"/>
            </a:pPr>
            <a:r>
              <a:rPr lang="vi-VN" dirty="0"/>
              <a:t>Các toán tử sử dụng cho GP:</a:t>
            </a:r>
          </a:p>
          <a:p>
            <a:pPr marL="800100" lvl="1" indent="-342900">
              <a:spcBef>
                <a:spcPts val="0"/>
              </a:spcBef>
              <a:buFont typeface="Arial" panose="020B0604020202020204" pitchFamily="34" charset="0"/>
              <a:buChar char="•"/>
            </a:pPr>
            <a:r>
              <a:rPr lang="vi-VN" sz="2000" dirty="0"/>
              <a:t>Đánh giá độ fitness: Đánh giá tiêu chuẩn (fitness = objective)</a:t>
            </a:r>
          </a:p>
          <a:p>
            <a:pPr marL="800100" lvl="1" indent="-342900">
              <a:spcBef>
                <a:spcPts val="0"/>
              </a:spcBef>
              <a:buFont typeface="Arial" panose="020B0604020202020204" pitchFamily="34" charset="0"/>
              <a:buChar char="•"/>
            </a:pPr>
            <a:r>
              <a:rPr lang="vi-VN" sz="2000" dirty="0"/>
              <a:t>Lựa chọn cha mẹ: tournament selection</a:t>
            </a:r>
          </a:p>
          <a:p>
            <a:pPr marL="800100" lvl="1" indent="-342900">
              <a:spcBef>
                <a:spcPts val="0"/>
              </a:spcBef>
              <a:buFont typeface="Arial" panose="020B0604020202020204" pitchFamily="34" charset="0"/>
              <a:buChar char="•"/>
            </a:pPr>
            <a:r>
              <a:rPr lang="vi-VN" sz="2000" dirty="0"/>
              <a:t>Lai ghép: Lai ghép một điểm cắt bảo toàn độ sâu tối đa</a:t>
            </a:r>
          </a:p>
          <a:p>
            <a:pPr marL="800100" lvl="1" indent="-342900">
              <a:spcBef>
                <a:spcPts val="0"/>
              </a:spcBef>
              <a:buFont typeface="Arial" panose="020B0604020202020204" pitchFamily="34" charset="0"/>
              <a:buChar char="•"/>
            </a:pPr>
            <a:r>
              <a:rPr lang="vi-VN" sz="2000" dirty="0"/>
              <a:t>Đột biến: thay ngẫu nhiên cây con bằng một cây được khởi tạo ngẫu nhiên sao cho vẫn bảo toàn độ sâu của cây GP</a:t>
            </a:r>
          </a:p>
          <a:p>
            <a:pPr marL="800100" lvl="1" indent="-342900">
              <a:spcBef>
                <a:spcPts val="0"/>
              </a:spcBef>
              <a:buFont typeface="Arial" panose="020B0604020202020204" pitchFamily="34" charset="0"/>
              <a:buChar char="•"/>
            </a:pPr>
            <a:r>
              <a:rPr lang="vi-VN" sz="2000" dirty="0"/>
              <a:t>Chọn lọc sinh tồn: tournament selection</a:t>
            </a:r>
          </a:p>
          <a:p>
            <a:pPr marL="0" lvl="0" indent="0" rtl="0">
              <a:lnSpc>
                <a:spcPct val="90000"/>
              </a:lnSpc>
              <a:spcBef>
                <a:spcPts val="0"/>
              </a:spcBef>
              <a:spcAft>
                <a:spcPts val="0"/>
              </a:spcAft>
              <a:buClr>
                <a:schemeClr val="dk1"/>
              </a:buClr>
              <a:buSzPts val="2400"/>
              <a:buNone/>
            </a:pPr>
            <a:endParaRPr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6">
          <a:extLst>
            <a:ext uri="{FF2B5EF4-FFF2-40B4-BE49-F238E27FC236}">
              <a16:creationId xmlns:a16="http://schemas.microsoft.com/office/drawing/2014/main" id="{33B2D681-502B-E9A7-33E0-CD26CBBA7ADB}"/>
            </a:ext>
          </a:extLst>
        </p:cNvPr>
        <p:cNvGrpSpPr/>
        <p:nvPr/>
      </p:nvGrpSpPr>
      <p:grpSpPr>
        <a:xfrm>
          <a:off x="0" y="0"/>
          <a:ext cx="0" cy="0"/>
          <a:chOff x="0" y="0"/>
          <a:chExt cx="0" cy="0"/>
        </a:xfrm>
      </p:grpSpPr>
      <p:sp>
        <p:nvSpPr>
          <p:cNvPr id="77" name="Google Shape;77;p4">
            <a:extLst>
              <a:ext uri="{FF2B5EF4-FFF2-40B4-BE49-F238E27FC236}">
                <a16:creationId xmlns:a16="http://schemas.microsoft.com/office/drawing/2014/main" id="{F4E86A52-EA65-761D-D7B0-9E3D79C13AB6}"/>
              </a:ext>
            </a:extLst>
          </p:cNvPr>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8</a:t>
            </a:fld>
            <a:endParaRPr/>
          </a:p>
        </p:txBody>
      </p:sp>
      <p:sp>
        <p:nvSpPr>
          <p:cNvPr id="78" name="Google Shape;78;p4">
            <a:extLst>
              <a:ext uri="{FF2B5EF4-FFF2-40B4-BE49-F238E27FC236}">
                <a16:creationId xmlns:a16="http://schemas.microsoft.com/office/drawing/2014/main" id="{18BB58A9-FE34-514D-5400-72646D3CA203}"/>
              </a:ext>
            </a:extLst>
          </p:cNvPr>
          <p:cNvSpPr txBox="1">
            <a:spLocks noGrp="1"/>
          </p:cNvSpPr>
          <p:nvPr>
            <p:ph type="title"/>
          </p:nvPr>
        </p:nvSpPr>
        <p:spPr>
          <a:xfrm>
            <a:off x="235077" y="107489"/>
            <a:ext cx="8673846" cy="45173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a:buNone/>
            </a:pPr>
            <a:r>
              <a:rPr lang="vi-VN" dirty="0"/>
              <a:t>Sử dụng toán tử linh hoạt cho GA</a:t>
            </a:r>
            <a:endParaRPr dirty="0"/>
          </a:p>
        </p:txBody>
      </p:sp>
      <mc:AlternateContent xmlns:mc="http://schemas.openxmlformats.org/markup-compatibility/2006" xmlns:a14="http://schemas.microsoft.com/office/drawing/2010/main">
        <mc:Choice Requires="a14">
          <p:sp>
            <p:nvSpPr>
              <p:cNvPr id="79" name="Google Shape;79;p4">
                <a:extLst>
                  <a:ext uri="{FF2B5EF4-FFF2-40B4-BE49-F238E27FC236}">
                    <a16:creationId xmlns:a16="http://schemas.microsoft.com/office/drawing/2014/main" id="{36CF7B77-F420-59D4-9C2A-814580A3ADC2}"/>
                  </a:ext>
                </a:extLst>
              </p:cNvPr>
              <p:cNvSpPr txBox="1">
                <a:spLocks noGrp="1"/>
              </p:cNvSpPr>
              <p:nvPr>
                <p:ph type="body" idx="1"/>
              </p:nvPr>
            </p:nvSpPr>
            <p:spPr>
              <a:xfrm>
                <a:off x="127000" y="821267"/>
                <a:ext cx="8782177" cy="5323373"/>
              </a:xfrm>
              <a:prstGeom prst="rect">
                <a:avLst/>
              </a:prstGeom>
              <a:noFill/>
              <a:ln>
                <a:noFill/>
              </a:ln>
            </p:spPr>
            <p:txBody>
              <a:bodyPr spcFirstLastPara="1" wrap="square" lIns="91425" tIns="45700" rIns="91425" bIns="45700" anchor="t" anchorCtr="0">
                <a:noAutofit/>
              </a:bodyPr>
              <a:lstStyle/>
              <a:p>
                <a:pPr marL="285750" indent="-285750">
                  <a:spcBef>
                    <a:spcPts val="0"/>
                  </a:spcBef>
                  <a:buSzPts val="2400"/>
                  <a:buFont typeface="Wingdings" panose="05000000000000000000" pitchFamily="2" charset="2"/>
                  <a:buChar char="§"/>
                </a:pPr>
                <a:r>
                  <a:rPr lang="vi-VN" sz="2000" dirty="0"/>
                  <a:t>Thuật toán GA theo thử nghiệm có tốc độ hội tụ chậm và tỉ lệ cho kết quả tối ưu cục bộ cao</a:t>
                </a:r>
              </a:p>
              <a:p>
                <a:pPr marL="285750" indent="-285750">
                  <a:spcBef>
                    <a:spcPts val="0"/>
                  </a:spcBef>
                  <a:buSzPts val="2400"/>
                  <a:buFont typeface="Wingdings" panose="05000000000000000000" pitchFamily="2" charset="2"/>
                  <a:buChar char="§"/>
                </a:pPr>
                <a:r>
                  <a:rPr lang="vi-VN" sz="2000" dirty="0"/>
                  <a:t>Chiến thuật lựa chọn toán tử theo qua từng thế hệ</a:t>
                </a:r>
              </a:p>
              <a:p>
                <a:pPr marL="0" lvl="0" indent="0">
                  <a:spcBef>
                    <a:spcPts val="0"/>
                  </a:spcBef>
                  <a:buSzPts val="2400"/>
                  <a:buNone/>
                </a:pPr>
                <a:r>
                  <a:rPr lang="vi-VN" sz="1600" dirty="0"/>
                  <a:t>        Gọi k là giai đoạn của quần thể, </a:t>
                </a:r>
                <a14:m>
                  <m:oMath xmlns:m="http://schemas.openxmlformats.org/officeDocument/2006/math">
                    <m:r>
                      <m:rPr>
                        <m:sty m:val="p"/>
                      </m:rPr>
                      <a:rPr lang="vi-VN" sz="1600" dirty="0">
                        <a:latin typeface="Cambria Math" panose="02040503050406030204" pitchFamily="18" charset="0"/>
                      </a:rPr>
                      <m:t>k</m:t>
                    </m:r>
                    <m:d>
                      <m:dPr>
                        <m:begChr m:val="["/>
                        <m:endChr m:val="]"/>
                        <m:ctrlPr>
                          <a:rPr lang="vi-VN" sz="1600" i="1" dirty="0">
                            <a:latin typeface="Cambria Math" panose="02040503050406030204" pitchFamily="18" charset="0"/>
                          </a:rPr>
                        </m:ctrlPr>
                      </m:dPr>
                      <m:e>
                        <m:r>
                          <a:rPr lang="vi-VN" sz="1600" i="1" dirty="0">
                            <a:latin typeface="Cambria Math" panose="02040503050406030204" pitchFamily="18" charset="0"/>
                          </a:rPr>
                          <m:t>0,1</m:t>
                        </m:r>
                      </m:e>
                    </m:d>
                  </m:oMath>
                </a14:m>
                <a:r>
                  <a:rPr lang="vi-VN" sz="1600" dirty="0"/>
                  <a:t>, k = 0: quần thể ban đầu, k = 1: quần thể cuối cùng</a:t>
                </a:r>
              </a:p>
              <a:p>
                <a:pPr marL="0" lvl="0" indent="0">
                  <a:spcBef>
                    <a:spcPts val="0"/>
                  </a:spcBef>
                  <a:buSzPts val="2400"/>
                  <a:buNone/>
                </a:pPr>
                <a:r>
                  <a:rPr lang="vi-VN" sz="1800" dirty="0"/>
                  <a:t>- Lựa chọn cha mẹ:</a:t>
                </a:r>
              </a:p>
              <a:p>
                <a:pPr marL="457200" lvl="1" indent="0">
                  <a:spcBef>
                    <a:spcPts val="0"/>
                  </a:spcBef>
                  <a:buNone/>
                </a:pPr>
                <a:r>
                  <a:rPr lang="vi-VN" sz="1600" dirty="0"/>
                  <a:t>+ k &lt; 0.3 : Giai đoạn đầu cần đa dạng cao, áp dụng roulette, cá thể yếu cũng có thể làm cha mẹ</a:t>
                </a:r>
              </a:p>
              <a:p>
                <a:pPr marL="457200" lvl="1" indent="0">
                  <a:spcBef>
                    <a:spcPts val="0"/>
                  </a:spcBef>
                  <a:buNone/>
                </a:pPr>
                <a:r>
                  <a:rPr lang="vi-VN" sz="1600" dirty="0"/>
                  <a:t>+ k &lt; 1: Giai đoạn sau cần áp lực chọn lọc cao hơn để quần thể hội tụ, áp lực lựa chọn tăng dần theo tuyến tính: </a:t>
                </a:r>
                <a14:m>
                  <m:oMath xmlns:m="http://schemas.openxmlformats.org/officeDocument/2006/math">
                    <m:r>
                      <m:rPr>
                        <m:nor/>
                      </m:rPr>
                      <a:rPr lang="da-DK" sz="1600" i="1"/>
                      <m:t>3 + </m:t>
                    </m:r>
                    <m:r>
                      <m:rPr>
                        <m:nor/>
                      </m:rPr>
                      <a:rPr lang="da-DK" sz="1600" i="1"/>
                      <m:t>int</m:t>
                    </m:r>
                    <m:r>
                      <m:rPr>
                        <m:nor/>
                      </m:rPr>
                      <a:rPr lang="da-DK" sz="1600" i="1"/>
                      <m:t>(</m:t>
                    </m:r>
                    <m:r>
                      <m:rPr>
                        <m:sty m:val="p"/>
                      </m:rPr>
                      <a:rPr lang="vi-VN" sz="1600" i="1">
                        <a:latin typeface="Cambria Math" panose="02040503050406030204" pitchFamily="18" charset="0"/>
                      </a:rPr>
                      <m:t>k</m:t>
                    </m:r>
                    <m:r>
                      <m:rPr>
                        <m:nor/>
                      </m:rPr>
                      <a:rPr lang="da-DK" sz="1600" i="1"/>
                      <m:t> ∗ 5)</m:t>
                    </m:r>
                  </m:oMath>
                </a14:m>
                <a:endParaRPr lang="vi-VN" sz="1400" dirty="0"/>
              </a:p>
              <a:p>
                <a:pPr marL="0" indent="0">
                  <a:spcBef>
                    <a:spcPts val="0"/>
                  </a:spcBef>
                  <a:buSzPts val="2400"/>
                  <a:buNone/>
                </a:pPr>
                <a:r>
                  <a:rPr lang="vi-VN" sz="1800" dirty="0"/>
                  <a:t>- Chọn lọc sinh tồn:</a:t>
                </a:r>
              </a:p>
              <a:p>
                <a:pPr marL="457200" lvl="1" indent="0">
                  <a:spcBef>
                    <a:spcPts val="0"/>
                  </a:spcBef>
                  <a:buNone/>
                </a:pPr>
                <a:r>
                  <a:rPr lang="vi-VN" sz="1600" dirty="0"/>
                  <a:t>+ k &lt; 0.4: Giai đoạn đầu, chọn lọc kiểu rải (Stochastic Universal Sampling)</a:t>
                </a:r>
              </a:p>
              <a:p>
                <a:pPr marL="457200" lvl="1" indent="0">
                  <a:spcBef>
                    <a:spcPts val="0"/>
                  </a:spcBef>
                  <a:buNone/>
                </a:pPr>
                <a:r>
                  <a:rPr lang="vi-VN" sz="1600" dirty="0"/>
                  <a:t>+ k &lt; 0.8: tournament selection: tourn_size: </a:t>
                </a:r>
                <a:r>
                  <a:rPr lang="da-DK" sz="1600" dirty="0"/>
                  <a:t>3 + int(</a:t>
                </a:r>
                <a:r>
                  <a:rPr lang="vi-VN" sz="1600" dirty="0"/>
                  <a:t>k</a:t>
                </a:r>
                <a:r>
                  <a:rPr lang="da-DK" sz="1600" dirty="0"/>
                  <a:t>* 2)</a:t>
                </a:r>
                <a:endParaRPr lang="vi-VN" sz="1600" dirty="0"/>
              </a:p>
              <a:p>
                <a:pPr marL="457200" lvl="1" indent="0">
                  <a:spcBef>
                    <a:spcPts val="0"/>
                  </a:spcBef>
                  <a:buNone/>
                </a:pPr>
                <a:r>
                  <a:rPr lang="vi-VN" sz="1600" dirty="0"/>
                  <a:t>+ k &lt; 0.95: nới lỏng tournament: 2, để đột biến lúc này có thể phát huy thêm tác dụng</a:t>
                </a:r>
              </a:p>
              <a:p>
                <a:pPr marL="457200" lvl="1" indent="0">
                  <a:spcBef>
                    <a:spcPts val="0"/>
                  </a:spcBef>
                  <a:buNone/>
                </a:pPr>
                <a:r>
                  <a:rPr lang="vi-VN" sz="1600" dirty="0"/>
                  <a:t>+ k &lt; 1: tourn_size: pop_size*0.05, để quần thể hội tụ</a:t>
                </a:r>
              </a:p>
              <a:p>
                <a:pPr marL="0" lvl="0" indent="0" rtl="0">
                  <a:lnSpc>
                    <a:spcPct val="90000"/>
                  </a:lnSpc>
                  <a:spcBef>
                    <a:spcPts val="0"/>
                  </a:spcBef>
                  <a:spcAft>
                    <a:spcPts val="0"/>
                  </a:spcAft>
                  <a:buClr>
                    <a:schemeClr val="dk1"/>
                  </a:buClr>
                  <a:buSzPts val="2400"/>
                  <a:buNone/>
                </a:pPr>
                <a:r>
                  <a:rPr lang="vi-VN" sz="1800" dirty="0"/>
                  <a:t>- Đột biến: initial_m_rate = 0.3</a:t>
                </a:r>
              </a:p>
              <a:p>
                <a:pPr marL="457200" lvl="1" indent="0">
                  <a:spcBef>
                    <a:spcPts val="0"/>
                  </a:spcBef>
                  <a:buNone/>
                </a:pPr>
                <a:r>
                  <a:rPr lang="vi-VN" sz="1600" dirty="0"/>
                  <a:t>+ k &lt; 0.4: m_rate = </a:t>
                </a:r>
                <a:r>
                  <a:rPr lang="en-US" sz="1600" dirty="0" err="1"/>
                  <a:t>initial_m_rate</a:t>
                </a:r>
                <a:r>
                  <a:rPr lang="en-US" sz="1600" dirty="0"/>
                  <a:t> * (1 - 0.7 * </a:t>
                </a:r>
                <a:r>
                  <a:rPr lang="vi-VN" sz="1600" dirty="0"/>
                  <a:t>k</a:t>
                </a:r>
                <a:r>
                  <a:rPr lang="en-US" sz="1600" dirty="0"/>
                  <a:t>)</a:t>
                </a:r>
                <a:r>
                  <a:rPr lang="vi-VN" sz="1600" dirty="0"/>
                  <a:t>, toán tử đột biến inversion (đột biến tác động mạnh)</a:t>
                </a:r>
              </a:p>
              <a:p>
                <a:pPr marL="457200" lvl="1" indent="0">
                  <a:spcBef>
                    <a:spcPts val="0"/>
                  </a:spcBef>
                  <a:buNone/>
                </a:pPr>
                <a:r>
                  <a:rPr lang="vi-VN" sz="1600" dirty="0"/>
                  <a:t>+ k &lt; 0.8: m_rate = </a:t>
                </a:r>
                <a:r>
                  <a:rPr lang="en-US" sz="1600" dirty="0" err="1"/>
                  <a:t>initial_m_rate</a:t>
                </a:r>
                <a:r>
                  <a:rPr lang="en-US" sz="1600" dirty="0"/>
                  <a:t> * (1 - 0.7 * </a:t>
                </a:r>
                <a:r>
                  <a:rPr lang="vi-VN" sz="1600" dirty="0"/>
                  <a:t>k</a:t>
                </a:r>
                <a:r>
                  <a:rPr lang="en-US" sz="1600" dirty="0"/>
                  <a:t>)</a:t>
                </a:r>
                <a:r>
                  <a:rPr lang="vi-VN" sz="1600" dirty="0"/>
                  <a:t>, toán tử đột biến scramble (xáo trộn, tác động trung bình)</a:t>
                </a:r>
              </a:p>
              <a:p>
                <a:pPr marL="457200" lvl="1" indent="0">
                  <a:spcBef>
                    <a:spcPts val="0"/>
                  </a:spcBef>
                  <a:buNone/>
                </a:pPr>
                <a:r>
                  <a:rPr lang="vi-VN" sz="1600" dirty="0"/>
                  <a:t>+ k &lt; 0.95: m_rate = 0.5, toán tử swap (loại đột biến yếu, tỉ lệ đột biến cao để khai thác lời giải tối ưu)</a:t>
                </a:r>
              </a:p>
              <a:p>
                <a:pPr marL="457200" lvl="1" indent="0">
                  <a:spcBef>
                    <a:spcPts val="0"/>
                  </a:spcBef>
                  <a:buNone/>
                </a:pPr>
                <a:r>
                  <a:rPr lang="vi-VN" sz="1600" dirty="0"/>
                  <a:t>+ k &lt; 1: m_rate = 0.1, toán tử swap (để quần thể hội tụ)</a:t>
                </a:r>
              </a:p>
              <a:p>
                <a:pPr marL="457200" lvl="1" indent="0">
                  <a:spcBef>
                    <a:spcPts val="0"/>
                  </a:spcBef>
                  <a:buNone/>
                </a:pPr>
                <a:r>
                  <a:rPr lang="vi-VN" sz="1800" dirty="0"/>
                  <a:t> </a:t>
                </a:r>
              </a:p>
              <a:p>
                <a:pPr marL="0" lvl="0" indent="0" rtl="0">
                  <a:lnSpc>
                    <a:spcPct val="90000"/>
                  </a:lnSpc>
                  <a:spcBef>
                    <a:spcPts val="0"/>
                  </a:spcBef>
                  <a:spcAft>
                    <a:spcPts val="0"/>
                  </a:spcAft>
                  <a:buClr>
                    <a:schemeClr val="dk1"/>
                  </a:buClr>
                  <a:buSzPts val="2400"/>
                  <a:buNone/>
                </a:pPr>
                <a:endParaRPr lang="vi-VN" sz="2400" dirty="0"/>
              </a:p>
              <a:p>
                <a:pPr marL="0" lvl="0" indent="0" rtl="0">
                  <a:lnSpc>
                    <a:spcPct val="90000"/>
                  </a:lnSpc>
                  <a:spcBef>
                    <a:spcPts val="0"/>
                  </a:spcBef>
                  <a:spcAft>
                    <a:spcPts val="0"/>
                  </a:spcAft>
                  <a:buClr>
                    <a:schemeClr val="dk1"/>
                  </a:buClr>
                  <a:buSzPts val="2400"/>
                  <a:buNone/>
                </a:pPr>
                <a:endParaRPr sz="2400" dirty="0"/>
              </a:p>
            </p:txBody>
          </p:sp>
        </mc:Choice>
        <mc:Fallback xmlns="">
          <p:sp>
            <p:nvSpPr>
              <p:cNvPr id="79" name="Google Shape;79;p4">
                <a:extLst>
                  <a:ext uri="{FF2B5EF4-FFF2-40B4-BE49-F238E27FC236}">
                    <a16:creationId xmlns:a16="http://schemas.microsoft.com/office/drawing/2014/main" id="{36CF7B77-F420-59D4-9C2A-814580A3ADC2}"/>
                  </a:ext>
                </a:extLst>
              </p:cNvPr>
              <p:cNvSpPr txBox="1">
                <a:spLocks noGrp="1" noRot="1" noChangeAspect="1" noMove="1" noResize="1" noEditPoints="1" noAdjustHandles="1" noChangeArrowheads="1" noChangeShapeType="1" noTextEdit="1"/>
              </p:cNvSpPr>
              <p:nvPr>
                <p:ph type="body" idx="1"/>
              </p:nvPr>
            </p:nvSpPr>
            <p:spPr>
              <a:xfrm>
                <a:off x="127000" y="821267"/>
                <a:ext cx="8782177" cy="5323373"/>
              </a:xfrm>
              <a:prstGeom prst="rect">
                <a:avLst/>
              </a:prstGeom>
              <a:blipFill>
                <a:blip r:embed="rId3"/>
                <a:stretch>
                  <a:fillRect l="-972" t="-1833" b="-3551"/>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23009641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6">
          <a:extLst>
            <a:ext uri="{FF2B5EF4-FFF2-40B4-BE49-F238E27FC236}">
              <a16:creationId xmlns:a16="http://schemas.microsoft.com/office/drawing/2014/main" id="{A7A2B1BE-F2D0-A63E-5A57-51E1EE8D4AAF}"/>
            </a:ext>
          </a:extLst>
        </p:cNvPr>
        <p:cNvGrpSpPr/>
        <p:nvPr/>
      </p:nvGrpSpPr>
      <p:grpSpPr>
        <a:xfrm>
          <a:off x="0" y="0"/>
          <a:ext cx="0" cy="0"/>
          <a:chOff x="0" y="0"/>
          <a:chExt cx="0" cy="0"/>
        </a:xfrm>
      </p:grpSpPr>
      <p:sp>
        <p:nvSpPr>
          <p:cNvPr id="77" name="Google Shape;77;p4">
            <a:extLst>
              <a:ext uri="{FF2B5EF4-FFF2-40B4-BE49-F238E27FC236}">
                <a16:creationId xmlns:a16="http://schemas.microsoft.com/office/drawing/2014/main" id="{D4A5C4AE-F4E4-141B-6932-F78D5289ABA3}"/>
              </a:ext>
            </a:extLst>
          </p:cNvPr>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9</a:t>
            </a:fld>
            <a:endParaRPr/>
          </a:p>
        </p:txBody>
      </p:sp>
      <p:sp>
        <p:nvSpPr>
          <p:cNvPr id="78" name="Google Shape;78;p4">
            <a:extLst>
              <a:ext uri="{FF2B5EF4-FFF2-40B4-BE49-F238E27FC236}">
                <a16:creationId xmlns:a16="http://schemas.microsoft.com/office/drawing/2014/main" id="{AA4E13AE-C9FF-5026-9917-92D7D2961C1C}"/>
              </a:ext>
            </a:extLst>
          </p:cNvPr>
          <p:cNvSpPr txBox="1">
            <a:spLocks noGrp="1"/>
          </p:cNvSpPr>
          <p:nvPr>
            <p:ph type="title"/>
          </p:nvPr>
        </p:nvSpPr>
        <p:spPr>
          <a:xfrm>
            <a:off x="235077" y="107489"/>
            <a:ext cx="8673846" cy="45173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a:buNone/>
            </a:pPr>
            <a:r>
              <a:rPr lang="vi-VN" dirty="0"/>
              <a:t>Chiến thuật tăng cường lời giải cho GA</a:t>
            </a:r>
            <a:endParaRPr dirty="0"/>
          </a:p>
        </p:txBody>
      </p:sp>
      <p:sp>
        <p:nvSpPr>
          <p:cNvPr id="79" name="Google Shape;79;p4">
            <a:extLst>
              <a:ext uri="{FF2B5EF4-FFF2-40B4-BE49-F238E27FC236}">
                <a16:creationId xmlns:a16="http://schemas.microsoft.com/office/drawing/2014/main" id="{654E036B-0D4F-C324-EB41-78E94855C7EA}"/>
              </a:ext>
            </a:extLst>
          </p:cNvPr>
          <p:cNvSpPr txBox="1">
            <a:spLocks noGrp="1"/>
          </p:cNvSpPr>
          <p:nvPr>
            <p:ph type="body" idx="1"/>
          </p:nvPr>
        </p:nvSpPr>
        <p:spPr>
          <a:xfrm>
            <a:off x="101600" y="973667"/>
            <a:ext cx="8807577" cy="5170973"/>
          </a:xfrm>
          <a:prstGeom prst="rect">
            <a:avLst/>
          </a:prstGeom>
          <a:noFill/>
          <a:ln>
            <a:noFill/>
          </a:ln>
        </p:spPr>
        <p:txBody>
          <a:bodyPr spcFirstLastPara="1" wrap="square" lIns="91425" tIns="45700" rIns="91425" bIns="45700" anchor="t" anchorCtr="0">
            <a:noAutofit/>
          </a:bodyPr>
          <a:lstStyle/>
          <a:p>
            <a:pPr marL="0" lvl="0" indent="0" rtl="0">
              <a:lnSpc>
                <a:spcPct val="90000"/>
              </a:lnSpc>
              <a:spcBef>
                <a:spcPts val="0"/>
              </a:spcBef>
              <a:spcAft>
                <a:spcPts val="0"/>
              </a:spcAft>
              <a:buClr>
                <a:schemeClr val="dk1"/>
              </a:buClr>
              <a:buSzPts val="2400"/>
              <a:buNone/>
            </a:pPr>
            <a:r>
              <a:rPr lang="vi-VN" sz="1800" dirty="0"/>
              <a:t>- </a:t>
            </a:r>
            <a:r>
              <a:rPr lang="vi-VN" sz="2000" dirty="0"/>
              <a:t>Lời giải ban đầu greedy: Khởi tạo theo 4 chiến thuật với tham số k (search beam), nếu k = 1 thì chỉ lựa chọn một lời giải tốt nhất theo chiến thuật hiện tại (quần thể dễ bị tối ưu cục bộ), nếu k lớn thì trở thành ngẫu nhiên (thông thường chọn 2)</a:t>
            </a:r>
          </a:p>
          <a:p>
            <a:pPr marL="0" lvl="0" indent="0" rtl="0">
              <a:lnSpc>
                <a:spcPct val="90000"/>
              </a:lnSpc>
              <a:spcBef>
                <a:spcPts val="0"/>
              </a:spcBef>
              <a:spcAft>
                <a:spcPts val="0"/>
              </a:spcAft>
              <a:buClr>
                <a:schemeClr val="dk1"/>
              </a:buClr>
              <a:buSzPts val="2400"/>
              <a:buNone/>
            </a:pPr>
            <a:r>
              <a:rPr lang="vi-VN" sz="2000" dirty="0"/>
              <a:t>- Kết hợp Local search</a:t>
            </a:r>
          </a:p>
          <a:p>
            <a:pPr marL="457200" lvl="1" indent="0">
              <a:spcBef>
                <a:spcPts val="0"/>
              </a:spcBef>
              <a:buNone/>
            </a:pPr>
            <a:r>
              <a:rPr lang="vi-VN" sz="1600" dirty="0"/>
              <a:t>+ Mỗi lời giải con thu được sau bước đột biến, chuẩn bị thêm vào quần thể mới, sẽ tiến hành local search để tìm ra lời giải lân cận tốt hơn thay thế cho lời giải con này (first improvement/ best improvement)</a:t>
            </a:r>
          </a:p>
          <a:p>
            <a:pPr marL="457200" lvl="1" indent="0">
              <a:spcBef>
                <a:spcPts val="0"/>
              </a:spcBef>
              <a:buNone/>
            </a:pPr>
            <a:r>
              <a:rPr lang="vi-VN" sz="1600" dirty="0"/>
              <a:t>+ Khác biệt với đột biến ở chỗ nó kiểm tra ràng buộc về time window của lời giải lân cận </a:t>
            </a:r>
          </a:p>
          <a:p>
            <a:pPr marL="457200" lvl="1" indent="0">
              <a:spcBef>
                <a:spcPts val="0"/>
              </a:spcBef>
              <a:buNone/>
            </a:pPr>
            <a:r>
              <a:rPr lang="vi-VN" sz="1600" dirty="0"/>
              <a:t>+ Các toán tử cho local search:</a:t>
            </a:r>
          </a:p>
          <a:p>
            <a:pPr lvl="1"/>
            <a:r>
              <a:rPr lang="vi-VN" sz="1400" dirty="0"/>
              <a:t>Relocate (di dời thứ tự phục vụ request ở vị trí i đến vị trí j mới trong hành trình):</a:t>
            </a:r>
            <a:r>
              <a:rPr lang="vi-VN" sz="2000" dirty="0"/>
              <a:t> </a:t>
            </a:r>
            <a:r>
              <a:rPr lang="vi-VN" sz="1200" dirty="0"/>
              <a:t>Mục </a:t>
            </a:r>
            <a:r>
              <a:rPr lang="vi-VN" sz="1400" dirty="0"/>
              <a:t>đích: Khắc phục trường hợp một khách hàng bị xếp sai thứ tự quá xa, gây ra đường đi vòng vèo hoặc bị trễ giờ do đến quá muộn/quá sớm.</a:t>
            </a:r>
          </a:p>
          <a:p>
            <a:pPr lvl="1"/>
            <a:r>
              <a:rPr lang="vi-VN" sz="1400" dirty="0"/>
              <a:t>Swap (đổi chỗ thứ tự phục vụ hai request): Để cân bằng lại Time Window.</a:t>
            </a:r>
          </a:p>
          <a:p>
            <a:pPr lvl="1"/>
            <a:r>
              <a:rPr lang="vi-VN" sz="1400" dirty="0"/>
              <a:t>2-opt: (đảo ngược thứ tự phục vụ trong một đoạn): Toán tử mạnh để khử một tuyến đường bị vắt chéo</a:t>
            </a:r>
          </a:p>
          <a:p>
            <a:pPr lvl="1"/>
            <a:r>
              <a:rPr lang="vi-VN" sz="1400" dirty="0"/>
              <a:t>Or-Opt (2) (giống như relocate nhưng di dời thứ tự phục vụ 2 request cạnh nhau đến một vị trí mới): vì đôi khi hai request A và B rất gần nhau và nên đi cùng nhau mà không nên tách ra</a:t>
            </a:r>
            <a:endParaRPr lang="vi-VN" sz="1800" dirty="0"/>
          </a:p>
          <a:p>
            <a:pPr marL="0" lvl="0" indent="0" rtl="0">
              <a:lnSpc>
                <a:spcPct val="90000"/>
              </a:lnSpc>
              <a:spcBef>
                <a:spcPts val="0"/>
              </a:spcBef>
              <a:spcAft>
                <a:spcPts val="0"/>
              </a:spcAft>
              <a:buClr>
                <a:schemeClr val="dk1"/>
              </a:buClr>
              <a:buSzPts val="2400"/>
              <a:buNone/>
            </a:pPr>
            <a:endParaRPr lang="vi-VN" sz="2000" dirty="0"/>
          </a:p>
          <a:p>
            <a:pPr marL="0" lvl="0" indent="0" rtl="0">
              <a:lnSpc>
                <a:spcPct val="90000"/>
              </a:lnSpc>
              <a:spcBef>
                <a:spcPts val="0"/>
              </a:spcBef>
              <a:spcAft>
                <a:spcPts val="0"/>
              </a:spcAft>
              <a:buClr>
                <a:schemeClr val="dk1"/>
              </a:buClr>
              <a:buSzPts val="2400"/>
              <a:buNone/>
            </a:pPr>
            <a:endParaRPr sz="2000" dirty="0"/>
          </a:p>
        </p:txBody>
      </p:sp>
    </p:spTree>
    <p:extLst>
      <p:ext uri="{BB962C8B-B14F-4D97-AF65-F5344CB8AC3E}">
        <p14:creationId xmlns:p14="http://schemas.microsoft.com/office/powerpoint/2010/main" val="23905347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6">
          <a:extLst>
            <a:ext uri="{FF2B5EF4-FFF2-40B4-BE49-F238E27FC236}">
              <a16:creationId xmlns:a16="http://schemas.microsoft.com/office/drawing/2014/main" id="{B826232B-D637-B5DD-7DEC-1AB72AD201FD}"/>
            </a:ext>
          </a:extLst>
        </p:cNvPr>
        <p:cNvGrpSpPr/>
        <p:nvPr/>
      </p:nvGrpSpPr>
      <p:grpSpPr>
        <a:xfrm>
          <a:off x="0" y="0"/>
          <a:ext cx="0" cy="0"/>
          <a:chOff x="0" y="0"/>
          <a:chExt cx="0" cy="0"/>
        </a:xfrm>
      </p:grpSpPr>
      <p:sp>
        <p:nvSpPr>
          <p:cNvPr id="77" name="Google Shape;77;p4">
            <a:extLst>
              <a:ext uri="{FF2B5EF4-FFF2-40B4-BE49-F238E27FC236}">
                <a16:creationId xmlns:a16="http://schemas.microsoft.com/office/drawing/2014/main" id="{7CB6CFE6-3317-D29B-E383-5702C4241C2F}"/>
              </a:ext>
            </a:extLst>
          </p:cNvPr>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10</a:t>
            </a:fld>
            <a:endParaRPr/>
          </a:p>
        </p:txBody>
      </p:sp>
      <p:sp>
        <p:nvSpPr>
          <p:cNvPr id="78" name="Google Shape;78;p4">
            <a:extLst>
              <a:ext uri="{FF2B5EF4-FFF2-40B4-BE49-F238E27FC236}">
                <a16:creationId xmlns:a16="http://schemas.microsoft.com/office/drawing/2014/main" id="{7129E19E-17C4-04EC-8340-4BEEE05F5A5A}"/>
              </a:ext>
            </a:extLst>
          </p:cNvPr>
          <p:cNvSpPr txBox="1">
            <a:spLocks noGrp="1"/>
          </p:cNvSpPr>
          <p:nvPr>
            <p:ph type="title"/>
          </p:nvPr>
        </p:nvSpPr>
        <p:spPr>
          <a:xfrm>
            <a:off x="235077" y="107489"/>
            <a:ext cx="8673846" cy="45173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a:buNone/>
            </a:pPr>
            <a:r>
              <a:rPr lang="vi-VN" dirty="0"/>
              <a:t>Chiến thuật tăng cường lời giải cho GA</a:t>
            </a:r>
            <a:endParaRPr dirty="0"/>
          </a:p>
        </p:txBody>
      </p:sp>
      <p:sp>
        <p:nvSpPr>
          <p:cNvPr id="79" name="Google Shape;79;p4">
            <a:extLst>
              <a:ext uri="{FF2B5EF4-FFF2-40B4-BE49-F238E27FC236}">
                <a16:creationId xmlns:a16="http://schemas.microsoft.com/office/drawing/2014/main" id="{924D01F2-3FBB-2CB7-F10C-B385E2F3C7C6}"/>
              </a:ext>
            </a:extLst>
          </p:cNvPr>
          <p:cNvSpPr txBox="1">
            <a:spLocks noGrp="1"/>
          </p:cNvSpPr>
          <p:nvPr>
            <p:ph type="body" idx="1"/>
          </p:nvPr>
        </p:nvSpPr>
        <p:spPr>
          <a:xfrm>
            <a:off x="101600" y="973667"/>
            <a:ext cx="3649133" cy="5170973"/>
          </a:xfrm>
          <a:prstGeom prst="rect">
            <a:avLst/>
          </a:prstGeom>
          <a:noFill/>
          <a:ln>
            <a:noFill/>
          </a:ln>
        </p:spPr>
        <p:txBody>
          <a:bodyPr spcFirstLastPara="1" wrap="square" lIns="91425" tIns="45700" rIns="91425" bIns="45700" anchor="t" anchorCtr="0">
            <a:noAutofit/>
          </a:bodyPr>
          <a:lstStyle/>
          <a:p>
            <a:pPr marL="0" lvl="0" indent="0" rtl="0">
              <a:lnSpc>
                <a:spcPct val="90000"/>
              </a:lnSpc>
              <a:spcBef>
                <a:spcPts val="0"/>
              </a:spcBef>
              <a:spcAft>
                <a:spcPts val="0"/>
              </a:spcAft>
              <a:buClr>
                <a:schemeClr val="dk1"/>
              </a:buClr>
              <a:buSzPts val="2400"/>
              <a:buNone/>
            </a:pPr>
            <a:r>
              <a:rPr lang="vi-VN" sz="2000" dirty="0"/>
              <a:t>- Bộ dữ liệu 100 request</a:t>
            </a:r>
          </a:p>
          <a:p>
            <a:pPr marL="0" lvl="0" indent="0" rtl="0">
              <a:lnSpc>
                <a:spcPct val="90000"/>
              </a:lnSpc>
              <a:spcBef>
                <a:spcPts val="0"/>
              </a:spcBef>
              <a:spcAft>
                <a:spcPts val="0"/>
              </a:spcAft>
              <a:buClr>
                <a:schemeClr val="dk1"/>
              </a:buClr>
              <a:buSzPts val="2400"/>
              <a:buNone/>
            </a:pPr>
            <a:r>
              <a:rPr lang="vi-VN" sz="2000" dirty="0"/>
              <a:t>Quần thể dùng chiến thuật điều phối toán tử, tuy nhiên vẫn không hội tụ:</a:t>
            </a:r>
          </a:p>
          <a:p>
            <a:pPr marL="0" lvl="0" indent="0" rtl="0">
              <a:lnSpc>
                <a:spcPct val="90000"/>
              </a:lnSpc>
              <a:spcBef>
                <a:spcPts val="0"/>
              </a:spcBef>
              <a:spcAft>
                <a:spcPts val="0"/>
              </a:spcAft>
              <a:buClr>
                <a:schemeClr val="dk1"/>
              </a:buClr>
              <a:buSzPts val="2400"/>
              <a:buNone/>
            </a:pPr>
            <a:r>
              <a:rPr lang="vi-VN" sz="2000" dirty="0"/>
              <a:t>+ Thời gian phục vụ 61878/57810</a:t>
            </a:r>
          </a:p>
          <a:p>
            <a:pPr marL="0" lvl="0" indent="0" rtl="0">
              <a:lnSpc>
                <a:spcPct val="90000"/>
              </a:lnSpc>
              <a:spcBef>
                <a:spcPts val="0"/>
              </a:spcBef>
              <a:spcAft>
                <a:spcPts val="0"/>
              </a:spcAft>
              <a:buClr>
                <a:schemeClr val="dk1"/>
              </a:buClr>
              <a:buSzPts val="2400"/>
              <a:buNone/>
            </a:pPr>
            <a:r>
              <a:rPr lang="vi-VN" sz="2000" dirty="0"/>
              <a:t>+ Số lần vi phạm TW: 39 </a:t>
            </a:r>
          </a:p>
          <a:p>
            <a:pPr marL="0" lvl="0" indent="0" rtl="0">
              <a:lnSpc>
                <a:spcPct val="90000"/>
              </a:lnSpc>
              <a:spcBef>
                <a:spcPts val="0"/>
              </a:spcBef>
              <a:spcAft>
                <a:spcPts val="0"/>
              </a:spcAft>
              <a:buClr>
                <a:schemeClr val="dk1"/>
              </a:buClr>
              <a:buSzPts val="2400"/>
              <a:buNone/>
            </a:pPr>
            <a:r>
              <a:rPr lang="vi-VN" sz="2000" dirty="0"/>
              <a:t>Pop_size: 100, c_rate: 0.8, m_rate: 0.3</a:t>
            </a:r>
            <a:endParaRPr sz="2000" dirty="0"/>
          </a:p>
        </p:txBody>
      </p:sp>
      <p:pic>
        <p:nvPicPr>
          <p:cNvPr id="2" name="Picture 1">
            <a:extLst>
              <a:ext uri="{FF2B5EF4-FFF2-40B4-BE49-F238E27FC236}">
                <a16:creationId xmlns:a16="http://schemas.microsoft.com/office/drawing/2014/main" id="{639D4F40-FB37-092A-C3F1-1B40F49A8C38}"/>
              </a:ext>
            </a:extLst>
          </p:cNvPr>
          <p:cNvPicPr>
            <a:picLocks noChangeAspect="1"/>
          </p:cNvPicPr>
          <p:nvPr/>
        </p:nvPicPr>
        <p:blipFill>
          <a:blip r:embed="rId3"/>
          <a:stretch>
            <a:fillRect/>
          </a:stretch>
        </p:blipFill>
        <p:spPr>
          <a:xfrm>
            <a:off x="3922208" y="981075"/>
            <a:ext cx="4775049" cy="3804600"/>
          </a:xfrm>
          <a:prstGeom prst="rect">
            <a:avLst/>
          </a:prstGeom>
        </p:spPr>
      </p:pic>
      <p:pic>
        <p:nvPicPr>
          <p:cNvPr id="4" name="Picture 3">
            <a:extLst>
              <a:ext uri="{FF2B5EF4-FFF2-40B4-BE49-F238E27FC236}">
                <a16:creationId xmlns:a16="http://schemas.microsoft.com/office/drawing/2014/main" id="{4FC515D2-A63E-635D-E4A1-4C004929B1A6}"/>
              </a:ext>
            </a:extLst>
          </p:cNvPr>
          <p:cNvPicPr>
            <a:picLocks noChangeAspect="1"/>
          </p:cNvPicPr>
          <p:nvPr/>
        </p:nvPicPr>
        <p:blipFill>
          <a:blip r:embed="rId4"/>
          <a:stretch>
            <a:fillRect/>
          </a:stretch>
        </p:blipFill>
        <p:spPr>
          <a:xfrm>
            <a:off x="446743" y="3489212"/>
            <a:ext cx="2737245" cy="2162761"/>
          </a:xfrm>
          <a:prstGeom prst="rect">
            <a:avLst/>
          </a:prstGeom>
        </p:spPr>
      </p:pic>
    </p:spTree>
    <p:extLst>
      <p:ext uri="{BB962C8B-B14F-4D97-AF65-F5344CB8AC3E}">
        <p14:creationId xmlns:p14="http://schemas.microsoft.com/office/powerpoint/2010/main" val="16126157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76">
          <a:extLst>
            <a:ext uri="{FF2B5EF4-FFF2-40B4-BE49-F238E27FC236}">
              <a16:creationId xmlns:a16="http://schemas.microsoft.com/office/drawing/2014/main" id="{D72009E5-9E30-1F86-DE56-CAFF9912DB9B}"/>
            </a:ext>
          </a:extLst>
        </p:cNvPr>
        <p:cNvGrpSpPr/>
        <p:nvPr/>
      </p:nvGrpSpPr>
      <p:grpSpPr>
        <a:xfrm>
          <a:off x="0" y="0"/>
          <a:ext cx="0" cy="0"/>
          <a:chOff x="0" y="0"/>
          <a:chExt cx="0" cy="0"/>
        </a:xfrm>
      </p:grpSpPr>
      <p:sp>
        <p:nvSpPr>
          <p:cNvPr id="77" name="Google Shape;77;p4">
            <a:extLst>
              <a:ext uri="{FF2B5EF4-FFF2-40B4-BE49-F238E27FC236}">
                <a16:creationId xmlns:a16="http://schemas.microsoft.com/office/drawing/2014/main" id="{2D88DCE0-9DAF-8341-6337-48E9035BFA9B}"/>
              </a:ext>
            </a:extLst>
          </p:cNvPr>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11</a:t>
            </a:fld>
            <a:endParaRPr/>
          </a:p>
        </p:txBody>
      </p:sp>
      <p:sp>
        <p:nvSpPr>
          <p:cNvPr id="78" name="Google Shape;78;p4">
            <a:extLst>
              <a:ext uri="{FF2B5EF4-FFF2-40B4-BE49-F238E27FC236}">
                <a16:creationId xmlns:a16="http://schemas.microsoft.com/office/drawing/2014/main" id="{03BEE0C4-FEEB-DD57-A71F-1CFB01BEC56E}"/>
              </a:ext>
            </a:extLst>
          </p:cNvPr>
          <p:cNvSpPr txBox="1">
            <a:spLocks noGrp="1"/>
          </p:cNvSpPr>
          <p:nvPr>
            <p:ph type="title"/>
          </p:nvPr>
        </p:nvSpPr>
        <p:spPr>
          <a:xfrm>
            <a:off x="235077" y="107489"/>
            <a:ext cx="8673846" cy="45173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a:buNone/>
            </a:pPr>
            <a:r>
              <a:rPr lang="vi-VN" dirty="0"/>
              <a:t>Chiến thuật tăng cường lời giải cho GA</a:t>
            </a:r>
            <a:endParaRPr dirty="0"/>
          </a:p>
        </p:txBody>
      </p:sp>
      <p:sp>
        <p:nvSpPr>
          <p:cNvPr id="79" name="Google Shape;79;p4">
            <a:extLst>
              <a:ext uri="{FF2B5EF4-FFF2-40B4-BE49-F238E27FC236}">
                <a16:creationId xmlns:a16="http://schemas.microsoft.com/office/drawing/2014/main" id="{F6FBC33A-C9A2-C650-80B8-F02AC469E0A1}"/>
              </a:ext>
            </a:extLst>
          </p:cNvPr>
          <p:cNvSpPr txBox="1">
            <a:spLocks noGrp="1"/>
          </p:cNvSpPr>
          <p:nvPr>
            <p:ph type="body" idx="1"/>
          </p:nvPr>
        </p:nvSpPr>
        <p:spPr>
          <a:xfrm>
            <a:off x="338667" y="973667"/>
            <a:ext cx="8331199" cy="5170973"/>
          </a:xfrm>
          <a:prstGeom prst="rect">
            <a:avLst/>
          </a:prstGeom>
          <a:noFill/>
          <a:ln>
            <a:noFill/>
          </a:ln>
        </p:spPr>
        <p:txBody>
          <a:bodyPr spcFirstLastPara="1" wrap="square" lIns="91425" tIns="45700" rIns="91425" bIns="45700" anchor="t" anchorCtr="0">
            <a:noAutofit/>
          </a:bodyPr>
          <a:lstStyle/>
          <a:p>
            <a:pPr marL="0" lvl="0" indent="0" rtl="0">
              <a:lnSpc>
                <a:spcPct val="90000"/>
              </a:lnSpc>
              <a:spcBef>
                <a:spcPts val="0"/>
              </a:spcBef>
              <a:spcAft>
                <a:spcPts val="0"/>
              </a:spcAft>
              <a:buClr>
                <a:schemeClr val="dk1"/>
              </a:buClr>
              <a:buSzPts val="2400"/>
              <a:buNone/>
            </a:pPr>
            <a:r>
              <a:rPr lang="vi-VN" sz="2000" dirty="0"/>
              <a:t>- Bộ dữ liệu 100 request</a:t>
            </a:r>
          </a:p>
          <a:p>
            <a:pPr marL="0" lvl="0" indent="0" rtl="0">
              <a:lnSpc>
                <a:spcPct val="90000"/>
              </a:lnSpc>
              <a:spcBef>
                <a:spcPts val="0"/>
              </a:spcBef>
              <a:spcAft>
                <a:spcPts val="0"/>
              </a:spcAft>
              <a:buClr>
                <a:schemeClr val="dk1"/>
              </a:buClr>
              <a:buSzPts val="2400"/>
              <a:buNone/>
            </a:pPr>
            <a:r>
              <a:rPr lang="vi-VN" sz="2000" dirty="0"/>
              <a:t>Quần thể dùng khởi tạo tham lam kích thước lựa chọn request là 1, cho lời giải tối ưu từ quần thể khởi tạo</a:t>
            </a:r>
            <a:endParaRPr sz="2000" dirty="0"/>
          </a:p>
        </p:txBody>
      </p:sp>
      <p:pic>
        <p:nvPicPr>
          <p:cNvPr id="6" name="Picture 5" descr="A screen shot of a computer&#10;&#10;AI-generated content may be incorrect.">
            <a:extLst>
              <a:ext uri="{FF2B5EF4-FFF2-40B4-BE49-F238E27FC236}">
                <a16:creationId xmlns:a16="http://schemas.microsoft.com/office/drawing/2014/main" id="{DAFE4075-53DE-4888-E0F7-69C9C2E45F61}"/>
              </a:ext>
            </a:extLst>
          </p:cNvPr>
          <p:cNvPicPr>
            <a:picLocks noChangeAspect="1"/>
          </p:cNvPicPr>
          <p:nvPr/>
        </p:nvPicPr>
        <p:blipFill>
          <a:blip r:embed="rId3"/>
          <a:stretch>
            <a:fillRect/>
          </a:stretch>
        </p:blipFill>
        <p:spPr>
          <a:xfrm>
            <a:off x="1037227" y="2650637"/>
            <a:ext cx="6697010" cy="1971950"/>
          </a:xfrm>
          <a:prstGeom prst="rect">
            <a:avLst/>
          </a:prstGeom>
        </p:spPr>
      </p:pic>
    </p:spTree>
    <p:extLst>
      <p:ext uri="{BB962C8B-B14F-4D97-AF65-F5344CB8AC3E}">
        <p14:creationId xmlns:p14="http://schemas.microsoft.com/office/powerpoint/2010/main" val="11362720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6">
          <a:extLst>
            <a:ext uri="{FF2B5EF4-FFF2-40B4-BE49-F238E27FC236}">
              <a16:creationId xmlns:a16="http://schemas.microsoft.com/office/drawing/2014/main" id="{1E61EF5B-82A2-6687-F18D-1B8F05526DFF}"/>
            </a:ext>
          </a:extLst>
        </p:cNvPr>
        <p:cNvGrpSpPr/>
        <p:nvPr/>
      </p:nvGrpSpPr>
      <p:grpSpPr>
        <a:xfrm>
          <a:off x="0" y="0"/>
          <a:ext cx="0" cy="0"/>
          <a:chOff x="0" y="0"/>
          <a:chExt cx="0" cy="0"/>
        </a:xfrm>
      </p:grpSpPr>
      <p:sp>
        <p:nvSpPr>
          <p:cNvPr id="77" name="Google Shape;77;p4">
            <a:extLst>
              <a:ext uri="{FF2B5EF4-FFF2-40B4-BE49-F238E27FC236}">
                <a16:creationId xmlns:a16="http://schemas.microsoft.com/office/drawing/2014/main" id="{88956F39-65B6-F2CD-B805-92C4AB8D3FBD}"/>
              </a:ext>
            </a:extLst>
          </p:cNvPr>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12</a:t>
            </a:fld>
            <a:endParaRPr/>
          </a:p>
        </p:txBody>
      </p:sp>
      <p:sp>
        <p:nvSpPr>
          <p:cNvPr id="78" name="Google Shape;78;p4">
            <a:extLst>
              <a:ext uri="{FF2B5EF4-FFF2-40B4-BE49-F238E27FC236}">
                <a16:creationId xmlns:a16="http://schemas.microsoft.com/office/drawing/2014/main" id="{8624CABD-DE56-174D-AA45-AB83579F93C3}"/>
              </a:ext>
            </a:extLst>
          </p:cNvPr>
          <p:cNvSpPr txBox="1">
            <a:spLocks noGrp="1"/>
          </p:cNvSpPr>
          <p:nvPr>
            <p:ph type="title"/>
          </p:nvPr>
        </p:nvSpPr>
        <p:spPr>
          <a:xfrm>
            <a:off x="235077" y="107489"/>
            <a:ext cx="8673846" cy="45173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a:buNone/>
            </a:pPr>
            <a:r>
              <a:rPr lang="vi-VN" dirty="0"/>
              <a:t>Chiến thuật tăng cường lời giải cho GA</a:t>
            </a:r>
            <a:endParaRPr dirty="0"/>
          </a:p>
        </p:txBody>
      </p:sp>
      <p:sp>
        <p:nvSpPr>
          <p:cNvPr id="79" name="Google Shape;79;p4">
            <a:extLst>
              <a:ext uri="{FF2B5EF4-FFF2-40B4-BE49-F238E27FC236}">
                <a16:creationId xmlns:a16="http://schemas.microsoft.com/office/drawing/2014/main" id="{ABF35201-FD25-5721-DAD9-6C4C6A02932F}"/>
              </a:ext>
            </a:extLst>
          </p:cNvPr>
          <p:cNvSpPr txBox="1">
            <a:spLocks noGrp="1"/>
          </p:cNvSpPr>
          <p:nvPr>
            <p:ph type="body" idx="1"/>
          </p:nvPr>
        </p:nvSpPr>
        <p:spPr>
          <a:xfrm>
            <a:off x="101600" y="973667"/>
            <a:ext cx="7755467" cy="5170973"/>
          </a:xfrm>
          <a:prstGeom prst="rect">
            <a:avLst/>
          </a:prstGeom>
          <a:noFill/>
          <a:ln>
            <a:noFill/>
          </a:ln>
        </p:spPr>
        <p:txBody>
          <a:bodyPr spcFirstLastPara="1" wrap="square" lIns="91425" tIns="45700" rIns="91425" bIns="45700" anchor="t" anchorCtr="0">
            <a:noAutofit/>
          </a:bodyPr>
          <a:lstStyle/>
          <a:p>
            <a:pPr marL="0" lvl="0" indent="0" rtl="0">
              <a:lnSpc>
                <a:spcPct val="90000"/>
              </a:lnSpc>
              <a:spcBef>
                <a:spcPts val="0"/>
              </a:spcBef>
              <a:spcAft>
                <a:spcPts val="0"/>
              </a:spcAft>
              <a:buClr>
                <a:schemeClr val="dk1"/>
              </a:buClr>
              <a:buSzPts val="2400"/>
              <a:buNone/>
            </a:pPr>
            <a:r>
              <a:rPr lang="vi-VN" sz="2000" dirty="0"/>
              <a:t>- Bộ dữ liệu 100 request</a:t>
            </a:r>
          </a:p>
          <a:p>
            <a:pPr marL="0" lvl="0" indent="0" rtl="0">
              <a:lnSpc>
                <a:spcPct val="90000"/>
              </a:lnSpc>
              <a:spcBef>
                <a:spcPts val="0"/>
              </a:spcBef>
              <a:spcAft>
                <a:spcPts val="0"/>
              </a:spcAft>
              <a:buClr>
                <a:schemeClr val="dk1"/>
              </a:buClr>
              <a:buSzPts val="2400"/>
              <a:buNone/>
            </a:pPr>
            <a:r>
              <a:rPr lang="vi-VN" sz="2000" dirty="0"/>
              <a:t>- Quần thể dùng local search chiến thuật best improvement</a:t>
            </a:r>
          </a:p>
          <a:p>
            <a:pPr marL="0" lvl="0" indent="0" rtl="0">
              <a:lnSpc>
                <a:spcPct val="90000"/>
              </a:lnSpc>
              <a:spcBef>
                <a:spcPts val="0"/>
              </a:spcBef>
              <a:spcAft>
                <a:spcPts val="0"/>
              </a:spcAft>
              <a:buClr>
                <a:schemeClr val="dk1"/>
              </a:buClr>
              <a:buSzPts val="2400"/>
              <a:buNone/>
            </a:pPr>
            <a:r>
              <a:rPr lang="vi-VN" sz="2000" dirty="0"/>
              <a:t>- Thời gian khởi tạo 8 phút</a:t>
            </a:r>
          </a:p>
          <a:p>
            <a:pPr marL="0" lvl="0" indent="0" rtl="0">
              <a:lnSpc>
                <a:spcPct val="90000"/>
              </a:lnSpc>
              <a:spcBef>
                <a:spcPts val="0"/>
              </a:spcBef>
              <a:spcAft>
                <a:spcPts val="0"/>
              </a:spcAft>
              <a:buClr>
                <a:schemeClr val="dk1"/>
              </a:buClr>
              <a:buSzPts val="2400"/>
              <a:buNone/>
            </a:pPr>
            <a:r>
              <a:rPr lang="vi-VN" sz="2000" dirty="0"/>
              <a:t>- Lời giải tối ưu từ quần thể đầu tiên</a:t>
            </a:r>
            <a:endParaRPr sz="2000" dirty="0"/>
          </a:p>
        </p:txBody>
      </p:sp>
      <p:pic>
        <p:nvPicPr>
          <p:cNvPr id="8" name="Picture 7" descr="A computer screen shot of a program code&#10;&#10;AI-generated content may be incorrect.">
            <a:extLst>
              <a:ext uri="{FF2B5EF4-FFF2-40B4-BE49-F238E27FC236}">
                <a16:creationId xmlns:a16="http://schemas.microsoft.com/office/drawing/2014/main" id="{FDBF15D6-26A2-950E-BC8A-54083D098930}"/>
              </a:ext>
            </a:extLst>
          </p:cNvPr>
          <p:cNvPicPr>
            <a:picLocks noChangeAspect="1"/>
          </p:cNvPicPr>
          <p:nvPr/>
        </p:nvPicPr>
        <p:blipFill>
          <a:blip r:embed="rId3"/>
          <a:stretch>
            <a:fillRect/>
          </a:stretch>
        </p:blipFill>
        <p:spPr>
          <a:xfrm>
            <a:off x="446745" y="2616200"/>
            <a:ext cx="8108696" cy="1907929"/>
          </a:xfrm>
          <a:prstGeom prst="rect">
            <a:avLst/>
          </a:prstGeom>
        </p:spPr>
      </p:pic>
    </p:spTree>
    <p:extLst>
      <p:ext uri="{BB962C8B-B14F-4D97-AF65-F5344CB8AC3E}">
        <p14:creationId xmlns:p14="http://schemas.microsoft.com/office/powerpoint/2010/main" val="20776263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6">
          <a:extLst>
            <a:ext uri="{FF2B5EF4-FFF2-40B4-BE49-F238E27FC236}">
              <a16:creationId xmlns:a16="http://schemas.microsoft.com/office/drawing/2014/main" id="{D72787EF-A25A-7A96-2316-AE8BFD33F1D0}"/>
            </a:ext>
          </a:extLst>
        </p:cNvPr>
        <p:cNvGrpSpPr/>
        <p:nvPr/>
      </p:nvGrpSpPr>
      <p:grpSpPr>
        <a:xfrm>
          <a:off x="0" y="0"/>
          <a:ext cx="0" cy="0"/>
          <a:chOff x="0" y="0"/>
          <a:chExt cx="0" cy="0"/>
        </a:xfrm>
      </p:grpSpPr>
      <p:sp>
        <p:nvSpPr>
          <p:cNvPr id="77" name="Google Shape;77;p4">
            <a:extLst>
              <a:ext uri="{FF2B5EF4-FFF2-40B4-BE49-F238E27FC236}">
                <a16:creationId xmlns:a16="http://schemas.microsoft.com/office/drawing/2014/main" id="{CCCCE97F-6AE1-B054-1C85-612EF3641D4C}"/>
              </a:ext>
            </a:extLst>
          </p:cNvPr>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13</a:t>
            </a:fld>
            <a:endParaRPr/>
          </a:p>
        </p:txBody>
      </p:sp>
      <p:sp>
        <p:nvSpPr>
          <p:cNvPr id="78" name="Google Shape;78;p4">
            <a:extLst>
              <a:ext uri="{FF2B5EF4-FFF2-40B4-BE49-F238E27FC236}">
                <a16:creationId xmlns:a16="http://schemas.microsoft.com/office/drawing/2014/main" id="{B9F4D76B-ECE6-FE1F-CD9A-938513CB4AD2}"/>
              </a:ext>
            </a:extLst>
          </p:cNvPr>
          <p:cNvSpPr txBox="1">
            <a:spLocks noGrp="1"/>
          </p:cNvSpPr>
          <p:nvPr>
            <p:ph type="title"/>
          </p:nvPr>
        </p:nvSpPr>
        <p:spPr>
          <a:xfrm>
            <a:off x="235077" y="107489"/>
            <a:ext cx="8673846" cy="45173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a:buNone/>
            </a:pPr>
            <a:r>
              <a:rPr lang="vi-VN" dirty="0"/>
              <a:t>Giải thuật GP</a:t>
            </a:r>
            <a:endParaRPr dirty="0"/>
          </a:p>
        </p:txBody>
      </p:sp>
      <p:sp>
        <p:nvSpPr>
          <p:cNvPr id="79" name="Google Shape;79;p4">
            <a:extLst>
              <a:ext uri="{FF2B5EF4-FFF2-40B4-BE49-F238E27FC236}">
                <a16:creationId xmlns:a16="http://schemas.microsoft.com/office/drawing/2014/main" id="{F3865CC2-AAA0-4451-5145-42F9CB78646A}"/>
              </a:ext>
            </a:extLst>
          </p:cNvPr>
          <p:cNvSpPr txBox="1">
            <a:spLocks noGrp="1"/>
          </p:cNvSpPr>
          <p:nvPr>
            <p:ph type="body" idx="1"/>
          </p:nvPr>
        </p:nvSpPr>
        <p:spPr>
          <a:xfrm>
            <a:off x="219217" y="936171"/>
            <a:ext cx="4649116" cy="5208469"/>
          </a:xfrm>
          <a:prstGeom prst="rect">
            <a:avLst/>
          </a:prstGeom>
          <a:noFill/>
          <a:ln>
            <a:noFill/>
          </a:ln>
        </p:spPr>
        <p:txBody>
          <a:bodyPr spcFirstLastPara="1" wrap="square" lIns="91425" tIns="45700" rIns="91425" bIns="45700" anchor="t" anchorCtr="0">
            <a:noAutofit/>
          </a:bodyPr>
          <a:lstStyle/>
          <a:p>
            <a:pPr marL="0" lvl="0" indent="0" rtl="0">
              <a:lnSpc>
                <a:spcPct val="90000"/>
              </a:lnSpc>
              <a:spcBef>
                <a:spcPts val="0"/>
              </a:spcBef>
              <a:spcAft>
                <a:spcPts val="0"/>
              </a:spcAft>
              <a:buClr>
                <a:schemeClr val="dk1"/>
              </a:buClr>
              <a:buSzPts val="2400"/>
              <a:buNone/>
            </a:pPr>
            <a:r>
              <a:rPr lang="vi-VN" sz="2000" dirty="0"/>
              <a:t>- Nút lá là các luật xây dựng cây GP:</a:t>
            </a:r>
          </a:p>
          <a:p>
            <a:pPr marL="457200" lvl="1" indent="0">
              <a:spcBef>
                <a:spcPts val="0"/>
              </a:spcBef>
              <a:buNone/>
            </a:pPr>
            <a:r>
              <a:rPr lang="vi-VN" sz="1600" dirty="0"/>
              <a:t>+ Thời gian di chuyển nhỏ nhất</a:t>
            </a:r>
          </a:p>
          <a:p>
            <a:pPr marL="457200" lvl="1" indent="0">
              <a:spcBef>
                <a:spcPts val="0"/>
              </a:spcBef>
              <a:buNone/>
            </a:pPr>
            <a:r>
              <a:rPr lang="vi-VN" sz="1600" dirty="0"/>
              <a:t>+ Thời gian chờ nhỏ nhất</a:t>
            </a:r>
          </a:p>
          <a:p>
            <a:pPr marL="457200" lvl="1" indent="0">
              <a:spcBef>
                <a:spcPts val="0"/>
              </a:spcBef>
              <a:buNone/>
            </a:pPr>
            <a:r>
              <a:rPr lang="vi-VN" sz="1600" dirty="0"/>
              <a:t>+ Thời gian mở cửa sớm nhất</a:t>
            </a:r>
          </a:p>
          <a:p>
            <a:pPr marL="457200" lvl="1" indent="0">
              <a:spcBef>
                <a:spcPts val="0"/>
              </a:spcBef>
              <a:buNone/>
            </a:pPr>
            <a:r>
              <a:rPr lang="vi-VN" sz="1600" dirty="0"/>
              <a:t>+ Thời gian đóng cửa sớm nhất</a:t>
            </a:r>
          </a:p>
          <a:p>
            <a:pPr marL="457200" lvl="1" indent="0">
              <a:spcBef>
                <a:spcPts val="0"/>
              </a:spcBef>
              <a:buNone/>
            </a:pPr>
            <a:r>
              <a:rPr lang="vi-VN" sz="1600" dirty="0"/>
              <a:t>+ Mức độ khẩn cấp cao nhất</a:t>
            </a:r>
          </a:p>
          <a:p>
            <a:pPr marL="457200" lvl="1" indent="0">
              <a:spcBef>
                <a:spcPts val="0"/>
              </a:spcBef>
              <a:buNone/>
            </a:pPr>
            <a:r>
              <a:rPr lang="vi-VN" sz="1600" dirty="0"/>
              <a:t>+ Nút trong là các toán tử: add, sub, min, max, div</a:t>
            </a:r>
            <a:endParaRPr lang="vi-VN" sz="1200" dirty="0"/>
          </a:p>
          <a:p>
            <a:pPr marL="0" lvl="0" indent="0" rtl="0">
              <a:lnSpc>
                <a:spcPct val="90000"/>
              </a:lnSpc>
              <a:spcBef>
                <a:spcPts val="0"/>
              </a:spcBef>
              <a:spcAft>
                <a:spcPts val="0"/>
              </a:spcAft>
              <a:buClr>
                <a:schemeClr val="dk1"/>
              </a:buClr>
              <a:buSzPts val="2400"/>
              <a:buNone/>
            </a:pPr>
            <a:r>
              <a:rPr lang="vi-VN" sz="2000" dirty="0"/>
              <a:t>- Độ sâu mỗi cá thể 5, độ sâu lai ghép, đột biến tối đa 6</a:t>
            </a:r>
          </a:p>
          <a:p>
            <a:pPr marL="0" lvl="0" indent="0" rtl="0">
              <a:lnSpc>
                <a:spcPct val="90000"/>
              </a:lnSpc>
              <a:spcBef>
                <a:spcPts val="0"/>
              </a:spcBef>
              <a:spcAft>
                <a:spcPts val="0"/>
              </a:spcAft>
              <a:buClr>
                <a:schemeClr val="dk1"/>
              </a:buClr>
              <a:buSzPts val="2400"/>
              <a:buNone/>
            </a:pPr>
            <a:r>
              <a:rPr lang="vi-VN" sz="2000" dirty="0"/>
              <a:t>- Cây GP phức tạp và đa dạng nên đạt lời giải tối ưu chỉ trong quần thể con đầu tiên hoặc ngay quần thể khởi tạo ban đầu</a:t>
            </a:r>
          </a:p>
          <a:p>
            <a:pPr marL="0" lvl="0" indent="0" rtl="0">
              <a:lnSpc>
                <a:spcPct val="90000"/>
              </a:lnSpc>
              <a:spcBef>
                <a:spcPts val="0"/>
              </a:spcBef>
              <a:spcAft>
                <a:spcPts val="0"/>
              </a:spcAft>
              <a:buClr>
                <a:schemeClr val="dk1"/>
              </a:buClr>
              <a:buSzPts val="2400"/>
              <a:buNone/>
            </a:pPr>
            <a:r>
              <a:rPr lang="vi-VN" sz="2000" dirty="0"/>
              <a:t>- Tốc độ chạy lâu</a:t>
            </a:r>
            <a:endParaRPr sz="2000" dirty="0"/>
          </a:p>
        </p:txBody>
      </p:sp>
      <p:pic>
        <p:nvPicPr>
          <p:cNvPr id="2" name="Picture 1">
            <a:extLst>
              <a:ext uri="{FF2B5EF4-FFF2-40B4-BE49-F238E27FC236}">
                <a16:creationId xmlns:a16="http://schemas.microsoft.com/office/drawing/2014/main" id="{C43683B6-6DA3-2809-D230-EA76CE5D9457}"/>
              </a:ext>
            </a:extLst>
          </p:cNvPr>
          <p:cNvPicPr>
            <a:picLocks noChangeAspect="1"/>
          </p:cNvPicPr>
          <p:nvPr/>
        </p:nvPicPr>
        <p:blipFill>
          <a:blip r:embed="rId3"/>
          <a:stretch>
            <a:fillRect/>
          </a:stretch>
        </p:blipFill>
        <p:spPr>
          <a:xfrm>
            <a:off x="4962211" y="1150307"/>
            <a:ext cx="3962572" cy="1508226"/>
          </a:xfrm>
          <a:prstGeom prst="rect">
            <a:avLst/>
          </a:prstGeom>
        </p:spPr>
      </p:pic>
      <p:sp>
        <p:nvSpPr>
          <p:cNvPr id="3" name="TextBox 2">
            <a:extLst>
              <a:ext uri="{FF2B5EF4-FFF2-40B4-BE49-F238E27FC236}">
                <a16:creationId xmlns:a16="http://schemas.microsoft.com/office/drawing/2014/main" id="{E1F0ECCC-ED9B-7035-974C-47AED12C2BBD}"/>
              </a:ext>
            </a:extLst>
          </p:cNvPr>
          <p:cNvSpPr txBox="1"/>
          <p:nvPr/>
        </p:nvSpPr>
        <p:spPr>
          <a:xfrm>
            <a:off x="5347616" y="3097488"/>
            <a:ext cx="2548467" cy="1754326"/>
          </a:xfrm>
          <a:prstGeom prst="rect">
            <a:avLst/>
          </a:prstGeom>
          <a:noFill/>
        </p:spPr>
        <p:txBody>
          <a:bodyPr wrap="square" rtlCol="0">
            <a:spAutoFit/>
          </a:bodyPr>
          <a:lstStyle/>
          <a:p>
            <a:r>
              <a:rPr lang="vi-VN" sz="1800" dirty="0"/>
              <a:t>- Bộ dữ liệu 1000 request mất 20 phút để có quần thể khởi tạo (khởi tạo random)</a:t>
            </a:r>
          </a:p>
          <a:p>
            <a:r>
              <a:rPr lang="vi-VN" sz="1800" dirty="0"/>
              <a:t>- Quần thể khởi tạo đạt tối ưu</a:t>
            </a:r>
            <a:endParaRPr lang="en-US" sz="1800" dirty="0"/>
          </a:p>
        </p:txBody>
      </p:sp>
    </p:spTree>
    <p:extLst>
      <p:ext uri="{BB962C8B-B14F-4D97-AF65-F5344CB8AC3E}">
        <p14:creationId xmlns:p14="http://schemas.microsoft.com/office/powerpoint/2010/main" val="8315844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g3a99285e230_0_22"/>
          <p:cNvSpPr txBox="1">
            <a:spLocks noGrp="1"/>
          </p:cNvSpPr>
          <p:nvPr>
            <p:ph type="sldNum" idx="12"/>
          </p:nvPr>
        </p:nvSpPr>
        <p:spPr>
          <a:xfrm>
            <a:off x="6867383" y="6572126"/>
            <a:ext cx="2057400" cy="3651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14</a:t>
            </a:fld>
            <a:endParaRPr/>
          </a:p>
        </p:txBody>
      </p:sp>
      <p:sp>
        <p:nvSpPr>
          <p:cNvPr id="157" name="Google Shape;157;g3a99285e230_0_22"/>
          <p:cNvSpPr txBox="1">
            <a:spLocks noGrp="1"/>
          </p:cNvSpPr>
          <p:nvPr>
            <p:ph type="title"/>
          </p:nvPr>
        </p:nvSpPr>
        <p:spPr>
          <a:xfrm>
            <a:off x="235077" y="78613"/>
            <a:ext cx="8673900" cy="4518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a:buNone/>
            </a:pPr>
            <a:r>
              <a:rPr lang="en-US"/>
              <a:t>8. PSO</a:t>
            </a:r>
            <a:endParaRPr/>
          </a:p>
        </p:txBody>
      </p:sp>
      <p:sp>
        <p:nvSpPr>
          <p:cNvPr id="158" name="Google Shape;158;g3a99285e230_0_22"/>
          <p:cNvSpPr txBox="1"/>
          <p:nvPr/>
        </p:nvSpPr>
        <p:spPr>
          <a:xfrm>
            <a:off x="0" y="0"/>
            <a:ext cx="3000000" cy="384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400"/>
              </a:spcAft>
              <a:buNone/>
            </a:pPr>
            <a:endParaRPr sz="1300" b="1">
              <a:solidFill>
                <a:schemeClr val="dk1"/>
              </a:solidFill>
            </a:endParaRPr>
          </a:p>
        </p:txBody>
      </p:sp>
      <p:sp>
        <p:nvSpPr>
          <p:cNvPr id="159" name="Google Shape;159;g3a99285e230_0_22"/>
          <p:cNvSpPr txBox="1"/>
          <p:nvPr/>
        </p:nvSpPr>
        <p:spPr>
          <a:xfrm>
            <a:off x="3507325" y="2291850"/>
            <a:ext cx="3000000" cy="384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400"/>
              </a:spcAft>
              <a:buNone/>
            </a:pPr>
            <a:endParaRPr sz="1300" b="1">
              <a:solidFill>
                <a:schemeClr val="dk1"/>
              </a:solidFill>
            </a:endParaRPr>
          </a:p>
        </p:txBody>
      </p:sp>
      <p:sp>
        <p:nvSpPr>
          <p:cNvPr id="160" name="Google Shape;160;g3a99285e230_0_22"/>
          <p:cNvSpPr txBox="1"/>
          <p:nvPr/>
        </p:nvSpPr>
        <p:spPr>
          <a:xfrm>
            <a:off x="339225" y="871025"/>
            <a:ext cx="6861600" cy="2932200"/>
          </a:xfrm>
          <a:prstGeom prst="rect">
            <a:avLst/>
          </a:prstGeom>
          <a:noFill/>
          <a:ln>
            <a:noFill/>
          </a:ln>
        </p:spPr>
        <p:txBody>
          <a:bodyPr spcFirstLastPara="1" wrap="square" lIns="91425" tIns="91425" rIns="91425" bIns="91425" anchor="t" anchorCtr="0">
            <a:spAutoFit/>
          </a:bodyPr>
          <a:lstStyle/>
          <a:p>
            <a:pPr marL="457200" lvl="0" indent="-323850" algn="l" rtl="0">
              <a:lnSpc>
                <a:spcPct val="115000"/>
              </a:lnSpc>
              <a:spcBef>
                <a:spcPts val="1200"/>
              </a:spcBef>
              <a:spcAft>
                <a:spcPts val="0"/>
              </a:spcAft>
              <a:buClr>
                <a:schemeClr val="dk1"/>
              </a:buClr>
              <a:buSzPts val="1500"/>
              <a:buChar char="-"/>
            </a:pPr>
            <a:r>
              <a:rPr lang="en-US" sz="1500">
                <a:solidFill>
                  <a:schemeClr val="dk1"/>
                </a:solidFill>
              </a:rPr>
              <a:t>Các bước của thuật toán PSO: </a:t>
            </a:r>
            <a:endParaRPr sz="1500">
              <a:solidFill>
                <a:schemeClr val="dk1"/>
              </a:solidFill>
            </a:endParaRPr>
          </a:p>
          <a:p>
            <a:pPr marL="457200" lvl="0" indent="0" algn="l" rtl="0">
              <a:lnSpc>
                <a:spcPct val="115000"/>
              </a:lnSpc>
              <a:spcBef>
                <a:spcPts val="1200"/>
              </a:spcBef>
              <a:spcAft>
                <a:spcPts val="0"/>
              </a:spcAft>
              <a:buNone/>
            </a:pPr>
            <a:r>
              <a:rPr lang="en-US" sz="1500">
                <a:solidFill>
                  <a:schemeClr val="dk1"/>
                </a:solidFill>
              </a:rPr>
              <a:t>1. Khởi tạo một bầy gồm N cá thể </a:t>
            </a:r>
            <a:endParaRPr sz="1500">
              <a:solidFill>
                <a:schemeClr val="dk1"/>
              </a:solidFill>
            </a:endParaRPr>
          </a:p>
          <a:p>
            <a:pPr marL="457200" lvl="0" indent="0" algn="l" rtl="0">
              <a:lnSpc>
                <a:spcPct val="115000"/>
              </a:lnSpc>
              <a:spcBef>
                <a:spcPts val="1200"/>
              </a:spcBef>
              <a:spcAft>
                <a:spcPts val="0"/>
              </a:spcAft>
              <a:buNone/>
            </a:pPr>
            <a:r>
              <a:rPr lang="en-US" sz="1500">
                <a:solidFill>
                  <a:schemeClr val="dk1"/>
                </a:solidFill>
              </a:rPr>
              <a:t>2. Đánh giá độ thích nghi của mỗi cá thể trong bầy </a:t>
            </a:r>
            <a:endParaRPr sz="1500">
              <a:solidFill>
                <a:schemeClr val="dk1"/>
              </a:solidFill>
            </a:endParaRPr>
          </a:p>
          <a:p>
            <a:pPr marL="457200" lvl="0" indent="0" algn="l" rtl="0">
              <a:lnSpc>
                <a:spcPct val="115000"/>
              </a:lnSpc>
              <a:spcBef>
                <a:spcPts val="1200"/>
              </a:spcBef>
              <a:spcAft>
                <a:spcPts val="0"/>
              </a:spcAft>
              <a:buNone/>
            </a:pPr>
            <a:r>
              <a:rPr lang="en-US" sz="1500">
                <a:solidFill>
                  <a:schemeClr val="dk1"/>
                </a:solidFill>
              </a:rPr>
              <a:t>3. Cập nhật vị trí tốt nhất (kinh nghiệm) pbest của mỗi cá thể . </a:t>
            </a:r>
            <a:endParaRPr sz="1500">
              <a:solidFill>
                <a:schemeClr val="dk1"/>
              </a:solidFill>
            </a:endParaRPr>
          </a:p>
          <a:p>
            <a:pPr marL="457200" lvl="0" indent="0" algn="l" rtl="0">
              <a:lnSpc>
                <a:spcPct val="115000"/>
              </a:lnSpc>
              <a:spcBef>
                <a:spcPts val="1200"/>
              </a:spcBef>
              <a:spcAft>
                <a:spcPts val="0"/>
              </a:spcAft>
              <a:buNone/>
            </a:pPr>
            <a:r>
              <a:rPr lang="en-US" sz="1500">
                <a:solidFill>
                  <a:schemeClr val="dk1"/>
                </a:solidFill>
              </a:rPr>
              <a:t>4. Cập nhật vị trí của cá thể tốt nhất gbest của trong bầy đàn. </a:t>
            </a:r>
            <a:endParaRPr sz="1500">
              <a:solidFill>
                <a:schemeClr val="dk1"/>
              </a:solidFill>
            </a:endParaRPr>
          </a:p>
          <a:p>
            <a:pPr marL="457200" lvl="0" indent="0" algn="l" rtl="0">
              <a:lnSpc>
                <a:spcPct val="115000"/>
              </a:lnSpc>
              <a:spcBef>
                <a:spcPts val="1200"/>
              </a:spcBef>
              <a:spcAft>
                <a:spcPts val="0"/>
              </a:spcAft>
              <a:buNone/>
            </a:pPr>
            <a:r>
              <a:rPr lang="en-US" sz="1500">
                <a:solidFill>
                  <a:schemeClr val="dk1"/>
                </a:solidFill>
              </a:rPr>
              <a:t>5. Cập nhật vận tốc và vị trí của mỗi cá thể theo pbest và gbest</a:t>
            </a:r>
            <a:endParaRPr sz="1500">
              <a:solidFill>
                <a:schemeClr val="dk1"/>
              </a:solidFill>
            </a:endParaRPr>
          </a:p>
          <a:p>
            <a:pPr marL="457200" lvl="0" indent="0" algn="l" rtl="0">
              <a:lnSpc>
                <a:spcPct val="115000"/>
              </a:lnSpc>
              <a:spcBef>
                <a:spcPts val="1200"/>
              </a:spcBef>
              <a:spcAft>
                <a:spcPts val="1200"/>
              </a:spcAft>
              <a:buNone/>
            </a:pPr>
            <a:r>
              <a:rPr lang="en-US" sz="1500">
                <a:solidFill>
                  <a:schemeClr val="dk1"/>
                </a:solidFill>
              </a:rPr>
              <a:t>6. Quay lại bước 2, và lặp cho đến khi thỏa mãn điều kiện dừng</a:t>
            </a:r>
            <a:endParaRPr sz="15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g3a99285e230_1_17"/>
          <p:cNvSpPr txBox="1">
            <a:spLocks noGrp="1"/>
          </p:cNvSpPr>
          <p:nvPr>
            <p:ph type="sldNum" idx="12"/>
          </p:nvPr>
        </p:nvSpPr>
        <p:spPr>
          <a:xfrm>
            <a:off x="6867383" y="6572126"/>
            <a:ext cx="2057400" cy="3651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15</a:t>
            </a:fld>
            <a:endParaRPr/>
          </a:p>
        </p:txBody>
      </p:sp>
      <p:sp>
        <p:nvSpPr>
          <p:cNvPr id="166" name="Google Shape;166;g3a99285e230_1_17"/>
          <p:cNvSpPr txBox="1">
            <a:spLocks noGrp="1"/>
          </p:cNvSpPr>
          <p:nvPr>
            <p:ph type="title"/>
          </p:nvPr>
        </p:nvSpPr>
        <p:spPr>
          <a:xfrm>
            <a:off x="235077" y="78613"/>
            <a:ext cx="8673900" cy="4518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a:buNone/>
            </a:pPr>
            <a:r>
              <a:rPr lang="en-US"/>
              <a:t>8. PSO</a:t>
            </a:r>
            <a:endParaRPr/>
          </a:p>
        </p:txBody>
      </p:sp>
      <p:sp>
        <p:nvSpPr>
          <p:cNvPr id="167" name="Google Shape;167;g3a99285e230_1_17"/>
          <p:cNvSpPr txBox="1"/>
          <p:nvPr/>
        </p:nvSpPr>
        <p:spPr>
          <a:xfrm>
            <a:off x="0" y="0"/>
            <a:ext cx="3000000" cy="384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400"/>
              </a:spcAft>
              <a:buNone/>
            </a:pPr>
            <a:endParaRPr sz="1300" b="1">
              <a:solidFill>
                <a:schemeClr val="dk1"/>
              </a:solidFill>
            </a:endParaRPr>
          </a:p>
        </p:txBody>
      </p:sp>
      <p:sp>
        <p:nvSpPr>
          <p:cNvPr id="168" name="Google Shape;168;g3a99285e230_1_17"/>
          <p:cNvSpPr txBox="1"/>
          <p:nvPr/>
        </p:nvSpPr>
        <p:spPr>
          <a:xfrm>
            <a:off x="3507325" y="2291850"/>
            <a:ext cx="3000000" cy="384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400"/>
              </a:spcAft>
              <a:buNone/>
            </a:pPr>
            <a:endParaRPr sz="1300" b="1">
              <a:solidFill>
                <a:schemeClr val="dk1"/>
              </a:solidFill>
            </a:endParaRPr>
          </a:p>
        </p:txBody>
      </p:sp>
      <p:sp>
        <p:nvSpPr>
          <p:cNvPr id="169" name="Google Shape;169;g3a99285e230_1_17"/>
          <p:cNvSpPr txBox="1"/>
          <p:nvPr/>
        </p:nvSpPr>
        <p:spPr>
          <a:xfrm>
            <a:off x="339225" y="871025"/>
            <a:ext cx="6861600" cy="3049200"/>
          </a:xfrm>
          <a:prstGeom prst="rect">
            <a:avLst/>
          </a:prstGeom>
          <a:noFill/>
          <a:ln>
            <a:noFill/>
          </a:ln>
        </p:spPr>
        <p:txBody>
          <a:bodyPr spcFirstLastPara="1" wrap="square" lIns="91425" tIns="91425" rIns="91425" bIns="91425" anchor="t" anchorCtr="0">
            <a:spAutoFit/>
          </a:bodyPr>
          <a:lstStyle/>
          <a:p>
            <a:pPr marL="457200" lvl="0" indent="-323850" algn="l" rtl="0">
              <a:lnSpc>
                <a:spcPct val="115000"/>
              </a:lnSpc>
              <a:spcBef>
                <a:spcPts val="1400"/>
              </a:spcBef>
              <a:spcAft>
                <a:spcPts val="0"/>
              </a:spcAft>
              <a:buClr>
                <a:schemeClr val="dk1"/>
              </a:buClr>
              <a:buSzPts val="1500"/>
              <a:buChar char="-"/>
            </a:pPr>
            <a:r>
              <a:rPr lang="en-US" sz="1500">
                <a:solidFill>
                  <a:schemeClr val="dk1"/>
                </a:solidFill>
              </a:rPr>
              <a:t>Ý tưởng: </a:t>
            </a:r>
            <a:r>
              <a:rPr lang="en-US" sz="1300">
                <a:solidFill>
                  <a:schemeClr val="dk1"/>
                </a:solidFill>
              </a:rPr>
              <a:t>Trong TSP, PSO thường dùng biểu diễn rời rạc như:</a:t>
            </a:r>
            <a:endParaRPr sz="1300">
              <a:solidFill>
                <a:schemeClr val="dk1"/>
              </a:solidFill>
            </a:endParaRPr>
          </a:p>
          <a:p>
            <a:pPr marL="914400" lvl="0" indent="-311150" algn="l" rtl="0">
              <a:lnSpc>
                <a:spcPct val="115000"/>
              </a:lnSpc>
              <a:spcBef>
                <a:spcPts val="0"/>
              </a:spcBef>
              <a:spcAft>
                <a:spcPts val="0"/>
              </a:spcAft>
              <a:buClr>
                <a:schemeClr val="dk1"/>
              </a:buClr>
              <a:buSzPts val="1300"/>
              <a:buChar char="●"/>
            </a:pPr>
            <a:r>
              <a:rPr lang="en-US" sz="1300">
                <a:solidFill>
                  <a:schemeClr val="dk1"/>
                </a:solidFill>
              </a:rPr>
              <a:t>Swap sequence</a:t>
            </a:r>
            <a:endParaRPr sz="1300">
              <a:solidFill>
                <a:schemeClr val="dk1"/>
              </a:solidFill>
            </a:endParaRPr>
          </a:p>
          <a:p>
            <a:pPr marL="914400" lvl="0" indent="-311150" algn="l" rtl="0">
              <a:lnSpc>
                <a:spcPct val="115000"/>
              </a:lnSpc>
              <a:spcBef>
                <a:spcPts val="0"/>
              </a:spcBef>
              <a:spcAft>
                <a:spcPts val="0"/>
              </a:spcAft>
              <a:buClr>
                <a:schemeClr val="dk1"/>
              </a:buClr>
              <a:buSzPts val="1300"/>
              <a:buChar char="●"/>
            </a:pPr>
            <a:r>
              <a:rPr lang="en-US" sz="1300">
                <a:solidFill>
                  <a:schemeClr val="dk1"/>
                </a:solidFill>
              </a:rPr>
              <a:t>Velocity = tập các thao tác hoán đổi</a:t>
            </a:r>
            <a:endParaRPr sz="1300">
              <a:solidFill>
                <a:schemeClr val="dk1"/>
              </a:solidFill>
            </a:endParaRPr>
          </a:p>
          <a:p>
            <a:pPr marL="914400" lvl="0" indent="-311150" algn="l" rtl="0">
              <a:lnSpc>
                <a:spcPct val="115000"/>
              </a:lnSpc>
              <a:spcBef>
                <a:spcPts val="0"/>
              </a:spcBef>
              <a:spcAft>
                <a:spcPts val="0"/>
              </a:spcAft>
              <a:buClr>
                <a:schemeClr val="dk1"/>
              </a:buClr>
              <a:buSzPts val="1300"/>
              <a:buChar char="●"/>
            </a:pPr>
            <a:r>
              <a:rPr lang="en-US" sz="1300">
                <a:solidFill>
                  <a:schemeClr val="dk1"/>
                </a:solidFill>
              </a:rPr>
              <a:t>Position = permutation</a:t>
            </a:r>
            <a:endParaRPr sz="1300">
              <a:solidFill>
                <a:schemeClr val="dk1"/>
              </a:solidFill>
            </a:endParaRPr>
          </a:p>
          <a:p>
            <a:pPr marL="457200" lvl="0" indent="-323850" algn="l" rtl="0">
              <a:lnSpc>
                <a:spcPct val="115000"/>
              </a:lnSpc>
              <a:spcBef>
                <a:spcPts val="0"/>
              </a:spcBef>
              <a:spcAft>
                <a:spcPts val="0"/>
              </a:spcAft>
              <a:buClr>
                <a:schemeClr val="dk1"/>
              </a:buClr>
              <a:buSzPts val="1500"/>
              <a:buChar char="-"/>
            </a:pPr>
            <a:r>
              <a:rPr lang="en-US" sz="1500">
                <a:solidFill>
                  <a:schemeClr val="dk1"/>
                </a:solidFill>
              </a:rPr>
              <a:t>Cập nhật vận tốc:</a:t>
            </a:r>
            <a:endParaRPr sz="1500">
              <a:solidFill>
                <a:schemeClr val="dk1"/>
              </a:solidFill>
            </a:endParaRPr>
          </a:p>
          <a:p>
            <a:pPr marL="0" lvl="0" indent="0" algn="l" rtl="0">
              <a:lnSpc>
                <a:spcPct val="115000"/>
              </a:lnSpc>
              <a:spcBef>
                <a:spcPts val="1200"/>
              </a:spcBef>
              <a:spcAft>
                <a:spcPts val="0"/>
              </a:spcAft>
              <a:buNone/>
            </a:pPr>
            <a:endParaRPr sz="1500">
              <a:solidFill>
                <a:schemeClr val="dk1"/>
              </a:solidFill>
            </a:endParaRPr>
          </a:p>
          <a:p>
            <a:pPr marL="457200" lvl="0" indent="-323850" algn="l" rtl="0">
              <a:lnSpc>
                <a:spcPct val="115000"/>
              </a:lnSpc>
              <a:spcBef>
                <a:spcPts val="1200"/>
              </a:spcBef>
              <a:spcAft>
                <a:spcPts val="0"/>
              </a:spcAft>
              <a:buClr>
                <a:schemeClr val="dk1"/>
              </a:buClr>
              <a:buSzPts val="1500"/>
              <a:buChar char="-"/>
            </a:pPr>
            <a:r>
              <a:rPr lang="en-US" sz="1500">
                <a:solidFill>
                  <a:schemeClr val="dk1"/>
                </a:solidFill>
              </a:rPr>
              <a:t>Cập nhật vị trí:</a:t>
            </a:r>
            <a:endParaRPr sz="1500">
              <a:solidFill>
                <a:schemeClr val="dk1"/>
              </a:solidFill>
            </a:endParaRPr>
          </a:p>
          <a:p>
            <a:pPr marL="0" lvl="0" indent="0" algn="l" rtl="0">
              <a:lnSpc>
                <a:spcPct val="115000"/>
              </a:lnSpc>
              <a:spcBef>
                <a:spcPts val="1200"/>
              </a:spcBef>
              <a:spcAft>
                <a:spcPts val="0"/>
              </a:spcAft>
              <a:buNone/>
            </a:pPr>
            <a:endParaRPr sz="1500">
              <a:solidFill>
                <a:schemeClr val="dk1"/>
              </a:solidFill>
            </a:endParaRPr>
          </a:p>
          <a:p>
            <a:pPr marL="457200" lvl="0" indent="-323850" algn="l" rtl="0">
              <a:lnSpc>
                <a:spcPct val="115000"/>
              </a:lnSpc>
              <a:spcBef>
                <a:spcPts val="1200"/>
              </a:spcBef>
              <a:spcAft>
                <a:spcPts val="0"/>
              </a:spcAft>
              <a:buClr>
                <a:schemeClr val="dk1"/>
              </a:buClr>
              <a:buSzPts val="1500"/>
              <a:buChar char="-"/>
            </a:pPr>
            <a:r>
              <a:rPr lang="en-US" sz="1500">
                <a:solidFill>
                  <a:schemeClr val="dk1"/>
                </a:solidFill>
              </a:rPr>
              <a:t>Đánh giá nghiệm:</a:t>
            </a:r>
            <a:endParaRPr sz="1500">
              <a:solidFill>
                <a:schemeClr val="dk1"/>
              </a:solidFill>
            </a:endParaRPr>
          </a:p>
        </p:txBody>
      </p:sp>
      <p:pic>
        <p:nvPicPr>
          <p:cNvPr id="170" name="Google Shape;170;g3a99285e230_1_17"/>
          <p:cNvPicPr preferRelativeResize="0"/>
          <p:nvPr/>
        </p:nvPicPr>
        <p:blipFill>
          <a:blip r:embed="rId3">
            <a:alphaModFix/>
          </a:blip>
          <a:stretch>
            <a:fillRect/>
          </a:stretch>
        </p:blipFill>
        <p:spPr>
          <a:xfrm>
            <a:off x="2566825" y="1955012"/>
            <a:ext cx="4425916" cy="540625"/>
          </a:xfrm>
          <a:prstGeom prst="rect">
            <a:avLst/>
          </a:prstGeom>
          <a:noFill/>
          <a:ln>
            <a:noFill/>
          </a:ln>
        </p:spPr>
      </p:pic>
      <p:pic>
        <p:nvPicPr>
          <p:cNvPr id="171" name="Google Shape;171;g3a99285e230_1_17"/>
          <p:cNvPicPr preferRelativeResize="0"/>
          <p:nvPr/>
        </p:nvPicPr>
        <p:blipFill>
          <a:blip r:embed="rId4">
            <a:alphaModFix/>
          </a:blip>
          <a:stretch>
            <a:fillRect/>
          </a:stretch>
        </p:blipFill>
        <p:spPr>
          <a:xfrm>
            <a:off x="2733850" y="2865225"/>
            <a:ext cx="1740093" cy="518975"/>
          </a:xfrm>
          <a:prstGeom prst="rect">
            <a:avLst/>
          </a:prstGeom>
          <a:noFill/>
          <a:ln>
            <a:noFill/>
          </a:ln>
        </p:spPr>
      </p:pic>
      <p:pic>
        <p:nvPicPr>
          <p:cNvPr id="172" name="Google Shape;172;g3a99285e230_1_17"/>
          <p:cNvPicPr preferRelativeResize="0"/>
          <p:nvPr/>
        </p:nvPicPr>
        <p:blipFill>
          <a:blip r:embed="rId5">
            <a:alphaModFix/>
          </a:blip>
          <a:stretch>
            <a:fillRect/>
          </a:stretch>
        </p:blipFill>
        <p:spPr>
          <a:xfrm>
            <a:off x="2801463" y="3920200"/>
            <a:ext cx="3541080" cy="3849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g3a99285e230_0_38"/>
          <p:cNvSpPr txBox="1">
            <a:spLocks noGrp="1"/>
          </p:cNvSpPr>
          <p:nvPr>
            <p:ph type="sldNum" idx="12"/>
          </p:nvPr>
        </p:nvSpPr>
        <p:spPr>
          <a:xfrm>
            <a:off x="6867383" y="6572126"/>
            <a:ext cx="2057400" cy="3651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16</a:t>
            </a:fld>
            <a:endParaRPr/>
          </a:p>
        </p:txBody>
      </p:sp>
      <p:sp>
        <p:nvSpPr>
          <p:cNvPr id="178" name="Google Shape;178;g3a99285e230_0_38"/>
          <p:cNvSpPr txBox="1">
            <a:spLocks noGrp="1"/>
          </p:cNvSpPr>
          <p:nvPr>
            <p:ph type="title"/>
          </p:nvPr>
        </p:nvSpPr>
        <p:spPr>
          <a:xfrm>
            <a:off x="235077" y="78613"/>
            <a:ext cx="8673900" cy="4518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a:buNone/>
            </a:pPr>
            <a:r>
              <a:rPr lang="en-US"/>
              <a:t>8. GA - PSO</a:t>
            </a:r>
            <a:endParaRPr/>
          </a:p>
        </p:txBody>
      </p:sp>
      <p:sp>
        <p:nvSpPr>
          <p:cNvPr id="179" name="Google Shape;179;g3a99285e230_0_38"/>
          <p:cNvSpPr txBox="1"/>
          <p:nvPr/>
        </p:nvSpPr>
        <p:spPr>
          <a:xfrm>
            <a:off x="0" y="0"/>
            <a:ext cx="3000000" cy="384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400"/>
              </a:spcAft>
              <a:buNone/>
            </a:pPr>
            <a:endParaRPr sz="1300" b="1">
              <a:solidFill>
                <a:schemeClr val="dk1"/>
              </a:solidFill>
            </a:endParaRPr>
          </a:p>
        </p:txBody>
      </p:sp>
      <p:sp>
        <p:nvSpPr>
          <p:cNvPr id="180" name="Google Shape;180;g3a99285e230_0_38"/>
          <p:cNvSpPr txBox="1"/>
          <p:nvPr/>
        </p:nvSpPr>
        <p:spPr>
          <a:xfrm>
            <a:off x="3507325" y="2291850"/>
            <a:ext cx="3000000" cy="384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400"/>
              </a:spcAft>
              <a:buNone/>
            </a:pPr>
            <a:endParaRPr sz="1300" b="1">
              <a:solidFill>
                <a:schemeClr val="dk1"/>
              </a:solidFill>
            </a:endParaRPr>
          </a:p>
        </p:txBody>
      </p:sp>
      <p:sp>
        <p:nvSpPr>
          <p:cNvPr id="181" name="Google Shape;181;g3a99285e230_0_38"/>
          <p:cNvSpPr txBox="1"/>
          <p:nvPr/>
        </p:nvSpPr>
        <p:spPr>
          <a:xfrm>
            <a:off x="339225" y="871025"/>
            <a:ext cx="6861600" cy="3224700"/>
          </a:xfrm>
          <a:prstGeom prst="rect">
            <a:avLst/>
          </a:prstGeom>
          <a:noFill/>
          <a:ln>
            <a:noFill/>
          </a:ln>
        </p:spPr>
        <p:txBody>
          <a:bodyPr spcFirstLastPara="1" wrap="square" lIns="91425" tIns="91425" rIns="91425" bIns="91425" anchor="t" anchorCtr="0">
            <a:spAutoFit/>
          </a:bodyPr>
          <a:lstStyle/>
          <a:p>
            <a:pPr marL="457200" lvl="0" indent="-323850" algn="l" rtl="0">
              <a:lnSpc>
                <a:spcPct val="115000"/>
              </a:lnSpc>
              <a:spcBef>
                <a:spcPts val="1400"/>
              </a:spcBef>
              <a:spcAft>
                <a:spcPts val="0"/>
              </a:spcAft>
              <a:buClr>
                <a:schemeClr val="dk1"/>
              </a:buClr>
              <a:buSzPts val="1500"/>
              <a:buChar char="●"/>
            </a:pPr>
            <a:r>
              <a:rPr lang="en-US" sz="1500">
                <a:solidFill>
                  <a:schemeClr val="dk1"/>
                </a:solidFill>
              </a:rPr>
              <a:t>Ý tưởng: </a:t>
            </a:r>
            <a:endParaRPr sz="1500">
              <a:solidFill>
                <a:schemeClr val="dk1"/>
              </a:solidFill>
            </a:endParaRPr>
          </a:p>
          <a:p>
            <a:pPr marL="914400" lvl="1" indent="-323850" algn="l" rtl="0">
              <a:lnSpc>
                <a:spcPct val="115000"/>
              </a:lnSpc>
              <a:spcBef>
                <a:spcPts val="0"/>
              </a:spcBef>
              <a:spcAft>
                <a:spcPts val="0"/>
              </a:spcAft>
              <a:buClr>
                <a:schemeClr val="dk1"/>
              </a:buClr>
              <a:buSzPts val="1500"/>
              <a:buChar char="○"/>
            </a:pPr>
            <a:r>
              <a:rPr lang="en-US" sz="1500">
                <a:solidFill>
                  <a:schemeClr val="dk1"/>
                </a:solidFill>
              </a:rPr>
              <a:t>Kết hợp nhưng lợi thế của trí thông minh bầy đàn và chiến lược chọn lọc tự nhiên</a:t>
            </a:r>
            <a:endParaRPr sz="1500">
              <a:solidFill>
                <a:schemeClr val="dk1"/>
              </a:solidFill>
            </a:endParaRPr>
          </a:p>
          <a:p>
            <a:pPr marL="914400" lvl="1" indent="-323850" algn="l" rtl="0">
              <a:lnSpc>
                <a:spcPct val="115000"/>
              </a:lnSpc>
              <a:spcBef>
                <a:spcPts val="0"/>
              </a:spcBef>
              <a:spcAft>
                <a:spcPts val="0"/>
              </a:spcAft>
              <a:buClr>
                <a:schemeClr val="dk1"/>
              </a:buClr>
              <a:buSzPts val="1500"/>
              <a:buChar char="○"/>
            </a:pPr>
            <a:r>
              <a:rPr lang="en-US" sz="1500">
                <a:solidFill>
                  <a:schemeClr val="dk1"/>
                </a:solidFill>
              </a:rPr>
              <a:t>Tăng tốc khả năng hội tụ của thuật toán</a:t>
            </a:r>
            <a:endParaRPr sz="1500">
              <a:solidFill>
                <a:schemeClr val="dk1"/>
              </a:solidFill>
            </a:endParaRPr>
          </a:p>
          <a:p>
            <a:pPr marL="914400" lvl="1" indent="-323850" algn="l" rtl="0">
              <a:lnSpc>
                <a:spcPct val="115000"/>
              </a:lnSpc>
              <a:spcBef>
                <a:spcPts val="0"/>
              </a:spcBef>
              <a:spcAft>
                <a:spcPts val="0"/>
              </a:spcAft>
              <a:buClr>
                <a:schemeClr val="dk1"/>
              </a:buClr>
              <a:buSzPts val="1500"/>
              <a:buChar char="○"/>
            </a:pPr>
            <a:r>
              <a:rPr lang="en-US" sz="1500">
                <a:solidFill>
                  <a:schemeClr val="dk1"/>
                </a:solidFill>
              </a:rPr>
              <a:t>Tạo ra được những cá thể có mã gene mới</a:t>
            </a:r>
            <a:endParaRPr sz="1500">
              <a:solidFill>
                <a:schemeClr val="dk1"/>
              </a:solidFill>
            </a:endParaRPr>
          </a:p>
          <a:p>
            <a:pPr marL="914400" lvl="1" indent="-323850" algn="l" rtl="0">
              <a:lnSpc>
                <a:spcPct val="115000"/>
              </a:lnSpc>
              <a:spcBef>
                <a:spcPts val="0"/>
              </a:spcBef>
              <a:spcAft>
                <a:spcPts val="0"/>
              </a:spcAft>
              <a:buClr>
                <a:schemeClr val="dk1"/>
              </a:buClr>
              <a:buSzPts val="1500"/>
              <a:buChar char="○"/>
            </a:pPr>
            <a:r>
              <a:rPr lang="en-US" sz="1500">
                <a:solidFill>
                  <a:schemeClr val="dk1"/>
                </a:solidFill>
              </a:rPr>
              <a:t>Thay thế các cá thể có độ thích nghi thấp bằng cá thể có độ thích nghi cao hơn với một tỷ lệ thay thế</a:t>
            </a:r>
            <a:endParaRPr sz="1500">
              <a:solidFill>
                <a:schemeClr val="dk1"/>
              </a:solidFill>
            </a:endParaRPr>
          </a:p>
          <a:p>
            <a:pPr marL="457200" lvl="0" indent="-323850" algn="l" rtl="0">
              <a:lnSpc>
                <a:spcPct val="115000"/>
              </a:lnSpc>
              <a:spcBef>
                <a:spcPts val="0"/>
              </a:spcBef>
              <a:spcAft>
                <a:spcPts val="0"/>
              </a:spcAft>
              <a:buClr>
                <a:schemeClr val="dk1"/>
              </a:buClr>
              <a:buSzPts val="1500"/>
              <a:buChar char="●"/>
            </a:pPr>
            <a:r>
              <a:rPr lang="en-US" sz="1500">
                <a:solidFill>
                  <a:schemeClr val="dk1"/>
                </a:solidFill>
              </a:rPr>
              <a:t>Ứng dụng GA:</a:t>
            </a:r>
            <a:endParaRPr sz="1500">
              <a:solidFill>
                <a:schemeClr val="dk1"/>
              </a:solidFill>
            </a:endParaRPr>
          </a:p>
          <a:p>
            <a:pPr marL="914400" lvl="1" indent="-323850" algn="l" rtl="0">
              <a:lnSpc>
                <a:spcPct val="115000"/>
              </a:lnSpc>
              <a:spcBef>
                <a:spcPts val="0"/>
              </a:spcBef>
              <a:spcAft>
                <a:spcPts val="0"/>
              </a:spcAft>
              <a:buClr>
                <a:schemeClr val="dk1"/>
              </a:buClr>
              <a:buSzPts val="1500"/>
              <a:buChar char="○"/>
            </a:pPr>
            <a:r>
              <a:rPr lang="en-US" sz="1500">
                <a:solidFill>
                  <a:schemeClr val="dk1"/>
                </a:solidFill>
              </a:rPr>
              <a:t>Crossover: OX (prob=0.5)</a:t>
            </a:r>
            <a:endParaRPr sz="1500">
              <a:solidFill>
                <a:schemeClr val="dk1"/>
              </a:solidFill>
            </a:endParaRPr>
          </a:p>
          <a:p>
            <a:pPr marL="914400" lvl="1" indent="-323850" algn="l" rtl="0">
              <a:lnSpc>
                <a:spcPct val="115000"/>
              </a:lnSpc>
              <a:spcBef>
                <a:spcPts val="0"/>
              </a:spcBef>
              <a:spcAft>
                <a:spcPts val="0"/>
              </a:spcAft>
              <a:buClr>
                <a:schemeClr val="dk1"/>
              </a:buClr>
              <a:buSzPts val="1500"/>
              <a:buChar char="○"/>
            </a:pPr>
            <a:r>
              <a:rPr lang="en-US" sz="1500">
                <a:solidFill>
                  <a:schemeClr val="dk1"/>
                </a:solidFill>
              </a:rPr>
              <a:t>Mutation: Reverse (prob=0.2)</a:t>
            </a:r>
            <a:endParaRPr sz="1500">
              <a:solidFill>
                <a:schemeClr val="dk1"/>
              </a:solidFill>
            </a:endParaRPr>
          </a:p>
          <a:p>
            <a:pPr marL="0" lvl="0" indent="0" algn="l" rtl="0">
              <a:lnSpc>
                <a:spcPct val="115000"/>
              </a:lnSpc>
              <a:spcBef>
                <a:spcPts val="1200"/>
              </a:spcBef>
              <a:spcAft>
                <a:spcPts val="1200"/>
              </a:spcAft>
              <a:buNone/>
            </a:pPr>
            <a:endParaRPr sz="15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g3a99285e230_0_0"/>
          <p:cNvSpPr txBox="1">
            <a:spLocks noGrp="1"/>
          </p:cNvSpPr>
          <p:nvPr>
            <p:ph type="sldNum" idx="12"/>
          </p:nvPr>
        </p:nvSpPr>
        <p:spPr>
          <a:xfrm>
            <a:off x="6867383" y="6572126"/>
            <a:ext cx="2057400" cy="3651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17</a:t>
            </a:fld>
            <a:endParaRPr/>
          </a:p>
        </p:txBody>
      </p:sp>
      <p:sp>
        <p:nvSpPr>
          <p:cNvPr id="187" name="Google Shape;187;g3a99285e230_0_0"/>
          <p:cNvSpPr txBox="1">
            <a:spLocks noGrp="1"/>
          </p:cNvSpPr>
          <p:nvPr>
            <p:ph type="title"/>
          </p:nvPr>
        </p:nvSpPr>
        <p:spPr>
          <a:xfrm>
            <a:off x="235077" y="78613"/>
            <a:ext cx="8673900" cy="4518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a:buNone/>
            </a:pPr>
            <a:r>
              <a:rPr lang="en-US"/>
              <a:t>8. Chạy demo</a:t>
            </a:r>
            <a:endParaRPr/>
          </a:p>
        </p:txBody>
      </p:sp>
      <p:sp>
        <p:nvSpPr>
          <p:cNvPr id="188" name="Google Shape;188;g3a99285e230_0_0"/>
          <p:cNvSpPr txBox="1"/>
          <p:nvPr/>
        </p:nvSpPr>
        <p:spPr>
          <a:xfrm>
            <a:off x="1062526" y="4216425"/>
            <a:ext cx="2747400" cy="1884000"/>
          </a:xfrm>
          <a:prstGeom prst="rect">
            <a:avLst/>
          </a:prstGeom>
          <a:noFill/>
          <a:ln>
            <a:noFill/>
          </a:ln>
        </p:spPr>
        <p:txBody>
          <a:bodyPr spcFirstLastPara="1" wrap="square" lIns="91425" tIns="45700" rIns="91425" bIns="45700" anchor="t" anchorCtr="0">
            <a:spAutoFit/>
          </a:bodyPr>
          <a:lstStyle/>
          <a:p>
            <a:pPr marL="0" lvl="0" indent="0" algn="l" rtl="0">
              <a:lnSpc>
                <a:spcPct val="135714"/>
              </a:lnSpc>
              <a:spcBef>
                <a:spcPts val="0"/>
              </a:spcBef>
              <a:spcAft>
                <a:spcPts val="0"/>
              </a:spcAft>
              <a:buSzPts val="1100"/>
              <a:buNone/>
            </a:pPr>
            <a:r>
              <a:rPr lang="en-US" sz="1450" b="1">
                <a:solidFill>
                  <a:srgbClr val="9CDCFE"/>
                </a:solidFill>
                <a:highlight>
                  <a:srgbClr val="1F1F1F"/>
                </a:highlight>
                <a:latin typeface="Courier New"/>
                <a:ea typeface="Courier New"/>
                <a:cs typeface="Courier New"/>
                <a:sym typeface="Courier New"/>
              </a:rPr>
              <a:t>pop_size</a:t>
            </a:r>
            <a:r>
              <a:rPr lang="en-US" sz="1450" b="1">
                <a:solidFill>
                  <a:srgbClr val="D4D4D4"/>
                </a:solidFill>
                <a:highlight>
                  <a:srgbClr val="1F1F1F"/>
                </a:highlight>
                <a:latin typeface="Courier New"/>
                <a:ea typeface="Courier New"/>
                <a:cs typeface="Courier New"/>
                <a:sym typeface="Courier New"/>
              </a:rPr>
              <a:t>=</a:t>
            </a:r>
            <a:r>
              <a:rPr lang="en-US" sz="1450" b="1">
                <a:solidFill>
                  <a:srgbClr val="B5CEA8"/>
                </a:solidFill>
                <a:highlight>
                  <a:srgbClr val="1F1F1F"/>
                </a:highlight>
                <a:latin typeface="Courier New"/>
                <a:ea typeface="Courier New"/>
                <a:cs typeface="Courier New"/>
                <a:sym typeface="Courier New"/>
              </a:rPr>
              <a:t>200</a:t>
            </a:r>
            <a:r>
              <a:rPr lang="en-US" sz="1450" b="1">
                <a:solidFill>
                  <a:srgbClr val="CCCCCC"/>
                </a:solidFill>
                <a:highlight>
                  <a:srgbClr val="1F1F1F"/>
                </a:highlight>
                <a:latin typeface="Courier New"/>
                <a:ea typeface="Courier New"/>
                <a:cs typeface="Courier New"/>
                <a:sym typeface="Courier New"/>
              </a:rPr>
              <a:t>,</a:t>
            </a:r>
            <a:endParaRPr sz="1450" b="1">
              <a:solidFill>
                <a:srgbClr val="CCCCCC"/>
              </a:solidFill>
              <a:highlight>
                <a:srgbClr val="1F1F1F"/>
              </a:highlight>
              <a:latin typeface="Courier New"/>
              <a:ea typeface="Courier New"/>
              <a:cs typeface="Courier New"/>
              <a:sym typeface="Courier New"/>
            </a:endParaRPr>
          </a:p>
          <a:p>
            <a:pPr marL="0" lvl="0" indent="0" algn="l" rtl="0">
              <a:lnSpc>
                <a:spcPct val="135714"/>
              </a:lnSpc>
              <a:spcBef>
                <a:spcPts val="0"/>
              </a:spcBef>
              <a:spcAft>
                <a:spcPts val="0"/>
              </a:spcAft>
              <a:buSzPts val="1100"/>
              <a:buNone/>
            </a:pPr>
            <a:r>
              <a:rPr lang="en-US" sz="1450" b="1">
                <a:solidFill>
                  <a:srgbClr val="9CDCFE"/>
                </a:solidFill>
                <a:highlight>
                  <a:srgbClr val="1F1F1F"/>
                </a:highlight>
                <a:latin typeface="Courier New"/>
                <a:ea typeface="Courier New"/>
                <a:cs typeface="Courier New"/>
                <a:sym typeface="Courier New"/>
              </a:rPr>
              <a:t>max_iter</a:t>
            </a:r>
            <a:r>
              <a:rPr lang="en-US" sz="1450" b="1">
                <a:solidFill>
                  <a:srgbClr val="D4D4D4"/>
                </a:solidFill>
                <a:highlight>
                  <a:srgbClr val="1F1F1F"/>
                </a:highlight>
                <a:latin typeface="Courier New"/>
                <a:ea typeface="Courier New"/>
                <a:cs typeface="Courier New"/>
                <a:sym typeface="Courier New"/>
              </a:rPr>
              <a:t>=</a:t>
            </a:r>
            <a:r>
              <a:rPr lang="en-US" sz="1450" b="1">
                <a:solidFill>
                  <a:srgbClr val="B5CEA8"/>
                </a:solidFill>
                <a:highlight>
                  <a:srgbClr val="1F1F1F"/>
                </a:highlight>
                <a:latin typeface="Courier New"/>
                <a:ea typeface="Courier New"/>
                <a:cs typeface="Courier New"/>
                <a:sym typeface="Courier New"/>
              </a:rPr>
              <a:t>1000</a:t>
            </a:r>
            <a:r>
              <a:rPr lang="en-US" sz="1450" b="1">
                <a:solidFill>
                  <a:srgbClr val="CCCCCC"/>
                </a:solidFill>
                <a:highlight>
                  <a:srgbClr val="1F1F1F"/>
                </a:highlight>
                <a:latin typeface="Courier New"/>
                <a:ea typeface="Courier New"/>
                <a:cs typeface="Courier New"/>
                <a:sym typeface="Courier New"/>
              </a:rPr>
              <a:t>,</a:t>
            </a:r>
            <a:endParaRPr sz="1450" b="1">
              <a:solidFill>
                <a:srgbClr val="CCCCCC"/>
              </a:solidFill>
              <a:highlight>
                <a:srgbClr val="1F1F1F"/>
              </a:highlight>
              <a:latin typeface="Courier New"/>
              <a:ea typeface="Courier New"/>
              <a:cs typeface="Courier New"/>
              <a:sym typeface="Courier New"/>
            </a:endParaRPr>
          </a:p>
          <a:p>
            <a:pPr marL="0" lvl="0" indent="0" algn="l" rtl="0">
              <a:lnSpc>
                <a:spcPct val="135714"/>
              </a:lnSpc>
              <a:spcBef>
                <a:spcPts val="0"/>
              </a:spcBef>
              <a:spcAft>
                <a:spcPts val="0"/>
              </a:spcAft>
              <a:buSzPts val="1100"/>
              <a:buNone/>
            </a:pPr>
            <a:r>
              <a:rPr lang="en-US" sz="1450" b="1">
                <a:solidFill>
                  <a:srgbClr val="9CDCFE"/>
                </a:solidFill>
                <a:highlight>
                  <a:srgbClr val="1F1F1F"/>
                </a:highlight>
                <a:latin typeface="Courier New"/>
                <a:ea typeface="Courier New"/>
                <a:cs typeface="Courier New"/>
                <a:sym typeface="Courier New"/>
              </a:rPr>
              <a:t>limit</a:t>
            </a:r>
            <a:r>
              <a:rPr lang="en-US" sz="1450" b="1">
                <a:solidFill>
                  <a:srgbClr val="D4D4D4"/>
                </a:solidFill>
                <a:highlight>
                  <a:srgbClr val="1F1F1F"/>
                </a:highlight>
                <a:latin typeface="Courier New"/>
                <a:ea typeface="Courier New"/>
                <a:cs typeface="Courier New"/>
                <a:sym typeface="Courier New"/>
              </a:rPr>
              <a:t>=</a:t>
            </a:r>
            <a:r>
              <a:rPr lang="en-US" sz="1450" b="1">
                <a:solidFill>
                  <a:srgbClr val="B5CEA8"/>
                </a:solidFill>
                <a:highlight>
                  <a:srgbClr val="1F1F1F"/>
                </a:highlight>
                <a:latin typeface="Courier New"/>
                <a:ea typeface="Courier New"/>
                <a:cs typeface="Courier New"/>
                <a:sym typeface="Courier New"/>
              </a:rPr>
              <a:t>100</a:t>
            </a:r>
            <a:r>
              <a:rPr lang="en-US" sz="1450" b="1">
                <a:solidFill>
                  <a:srgbClr val="CCCCCC"/>
                </a:solidFill>
                <a:highlight>
                  <a:srgbClr val="1F1F1F"/>
                </a:highlight>
                <a:latin typeface="Courier New"/>
                <a:ea typeface="Courier New"/>
                <a:cs typeface="Courier New"/>
                <a:sym typeface="Courier New"/>
              </a:rPr>
              <a:t>,</a:t>
            </a:r>
            <a:endParaRPr sz="1450" b="1">
              <a:solidFill>
                <a:srgbClr val="CCCCCC"/>
              </a:solidFill>
              <a:highlight>
                <a:srgbClr val="1F1F1F"/>
              </a:highlight>
              <a:latin typeface="Courier New"/>
              <a:ea typeface="Courier New"/>
              <a:cs typeface="Courier New"/>
              <a:sym typeface="Courier New"/>
            </a:endParaRPr>
          </a:p>
          <a:p>
            <a:pPr marL="0" lvl="0" indent="0" algn="l" rtl="0">
              <a:lnSpc>
                <a:spcPct val="135714"/>
              </a:lnSpc>
              <a:spcBef>
                <a:spcPts val="0"/>
              </a:spcBef>
              <a:spcAft>
                <a:spcPts val="0"/>
              </a:spcAft>
              <a:buSzPts val="1100"/>
              <a:buNone/>
            </a:pPr>
            <a:r>
              <a:rPr lang="en-US" sz="1450" b="1">
                <a:solidFill>
                  <a:srgbClr val="9CDCFE"/>
                </a:solidFill>
                <a:highlight>
                  <a:srgbClr val="1F1F1F"/>
                </a:highlight>
                <a:latin typeface="Courier New"/>
                <a:ea typeface="Courier New"/>
                <a:cs typeface="Courier New"/>
                <a:sym typeface="Courier New"/>
              </a:rPr>
              <a:t>w</a:t>
            </a:r>
            <a:r>
              <a:rPr lang="en-US" sz="1450" b="1">
                <a:solidFill>
                  <a:srgbClr val="D4D4D4"/>
                </a:solidFill>
                <a:highlight>
                  <a:srgbClr val="1F1F1F"/>
                </a:highlight>
                <a:latin typeface="Courier New"/>
                <a:ea typeface="Courier New"/>
                <a:cs typeface="Courier New"/>
                <a:sym typeface="Courier New"/>
              </a:rPr>
              <a:t>=</a:t>
            </a:r>
            <a:r>
              <a:rPr lang="en-US" sz="1450" b="1">
                <a:solidFill>
                  <a:srgbClr val="B5CEA8"/>
                </a:solidFill>
                <a:highlight>
                  <a:srgbClr val="1F1F1F"/>
                </a:highlight>
                <a:latin typeface="Courier New"/>
                <a:ea typeface="Courier New"/>
                <a:cs typeface="Courier New"/>
                <a:sym typeface="Courier New"/>
              </a:rPr>
              <a:t>0.7</a:t>
            </a:r>
            <a:r>
              <a:rPr lang="en-US" sz="1450" b="1">
                <a:solidFill>
                  <a:srgbClr val="CCCCCC"/>
                </a:solidFill>
                <a:highlight>
                  <a:srgbClr val="1F1F1F"/>
                </a:highlight>
                <a:latin typeface="Courier New"/>
                <a:ea typeface="Courier New"/>
                <a:cs typeface="Courier New"/>
                <a:sym typeface="Courier New"/>
              </a:rPr>
              <a:t>, </a:t>
            </a:r>
            <a:r>
              <a:rPr lang="en-US" sz="1450" b="1">
                <a:solidFill>
                  <a:srgbClr val="9CDCFE"/>
                </a:solidFill>
                <a:highlight>
                  <a:srgbClr val="1F1F1F"/>
                </a:highlight>
                <a:latin typeface="Courier New"/>
                <a:ea typeface="Courier New"/>
                <a:cs typeface="Courier New"/>
                <a:sym typeface="Courier New"/>
              </a:rPr>
              <a:t>c1</a:t>
            </a:r>
            <a:r>
              <a:rPr lang="en-US" sz="1450" b="1">
                <a:solidFill>
                  <a:srgbClr val="D4D4D4"/>
                </a:solidFill>
                <a:highlight>
                  <a:srgbClr val="1F1F1F"/>
                </a:highlight>
                <a:latin typeface="Courier New"/>
                <a:ea typeface="Courier New"/>
                <a:cs typeface="Courier New"/>
                <a:sym typeface="Courier New"/>
              </a:rPr>
              <a:t>=</a:t>
            </a:r>
            <a:r>
              <a:rPr lang="en-US" sz="1450" b="1">
                <a:solidFill>
                  <a:srgbClr val="B5CEA8"/>
                </a:solidFill>
                <a:highlight>
                  <a:srgbClr val="1F1F1F"/>
                </a:highlight>
                <a:latin typeface="Courier New"/>
                <a:ea typeface="Courier New"/>
                <a:cs typeface="Courier New"/>
                <a:sym typeface="Courier New"/>
              </a:rPr>
              <a:t>0.8</a:t>
            </a:r>
            <a:r>
              <a:rPr lang="en-US" sz="1450" b="1">
                <a:solidFill>
                  <a:srgbClr val="CCCCCC"/>
                </a:solidFill>
                <a:highlight>
                  <a:srgbClr val="1F1F1F"/>
                </a:highlight>
                <a:latin typeface="Courier New"/>
                <a:ea typeface="Courier New"/>
                <a:cs typeface="Courier New"/>
                <a:sym typeface="Courier New"/>
              </a:rPr>
              <a:t>, </a:t>
            </a:r>
            <a:r>
              <a:rPr lang="en-US" sz="1450" b="1">
                <a:solidFill>
                  <a:srgbClr val="9CDCFE"/>
                </a:solidFill>
                <a:highlight>
                  <a:srgbClr val="1F1F1F"/>
                </a:highlight>
                <a:latin typeface="Courier New"/>
                <a:ea typeface="Courier New"/>
                <a:cs typeface="Courier New"/>
                <a:sym typeface="Courier New"/>
              </a:rPr>
              <a:t>c2</a:t>
            </a:r>
            <a:r>
              <a:rPr lang="en-US" sz="1450" b="1">
                <a:solidFill>
                  <a:srgbClr val="D4D4D4"/>
                </a:solidFill>
                <a:highlight>
                  <a:srgbClr val="1F1F1F"/>
                </a:highlight>
                <a:latin typeface="Courier New"/>
                <a:ea typeface="Courier New"/>
                <a:cs typeface="Courier New"/>
                <a:sym typeface="Courier New"/>
              </a:rPr>
              <a:t>=</a:t>
            </a:r>
            <a:r>
              <a:rPr lang="en-US" sz="1450" b="1">
                <a:solidFill>
                  <a:srgbClr val="B5CEA8"/>
                </a:solidFill>
                <a:highlight>
                  <a:srgbClr val="1F1F1F"/>
                </a:highlight>
                <a:latin typeface="Courier New"/>
                <a:ea typeface="Courier New"/>
                <a:cs typeface="Courier New"/>
                <a:sym typeface="Courier New"/>
              </a:rPr>
              <a:t>0.8</a:t>
            </a:r>
            <a:r>
              <a:rPr lang="en-US" sz="1450" b="1">
                <a:solidFill>
                  <a:srgbClr val="CCCCCC"/>
                </a:solidFill>
                <a:highlight>
                  <a:srgbClr val="1F1F1F"/>
                </a:highlight>
                <a:latin typeface="Courier New"/>
                <a:ea typeface="Courier New"/>
                <a:cs typeface="Courier New"/>
                <a:sym typeface="Courier New"/>
              </a:rPr>
              <a:t>,</a:t>
            </a:r>
            <a:endParaRPr sz="1450" b="1">
              <a:solidFill>
                <a:srgbClr val="CCCCCC"/>
              </a:solidFill>
              <a:highlight>
                <a:srgbClr val="1F1F1F"/>
              </a:highlight>
              <a:latin typeface="Courier New"/>
              <a:ea typeface="Courier New"/>
              <a:cs typeface="Courier New"/>
              <a:sym typeface="Courier New"/>
            </a:endParaRPr>
          </a:p>
          <a:p>
            <a:pPr marL="0" lvl="0" indent="0" algn="l" rtl="0">
              <a:lnSpc>
                <a:spcPct val="135714"/>
              </a:lnSpc>
              <a:spcBef>
                <a:spcPts val="0"/>
              </a:spcBef>
              <a:spcAft>
                <a:spcPts val="0"/>
              </a:spcAft>
              <a:buSzPts val="1100"/>
              <a:buNone/>
            </a:pPr>
            <a:r>
              <a:rPr lang="en-US" sz="1450" b="1">
                <a:solidFill>
                  <a:srgbClr val="9CDCFE"/>
                </a:solidFill>
                <a:highlight>
                  <a:srgbClr val="1F1F1F"/>
                </a:highlight>
                <a:latin typeface="Courier New"/>
                <a:ea typeface="Courier New"/>
                <a:cs typeface="Courier New"/>
                <a:sym typeface="Courier New"/>
              </a:rPr>
              <a:t>mode</a:t>
            </a:r>
            <a:r>
              <a:rPr lang="en-US" sz="1450" b="1">
                <a:solidFill>
                  <a:srgbClr val="D4D4D4"/>
                </a:solidFill>
                <a:highlight>
                  <a:srgbClr val="1F1F1F"/>
                </a:highlight>
                <a:latin typeface="Courier New"/>
                <a:ea typeface="Courier New"/>
                <a:cs typeface="Courier New"/>
                <a:sym typeface="Courier New"/>
              </a:rPr>
              <a:t>=</a:t>
            </a:r>
            <a:r>
              <a:rPr lang="en-US" sz="1450" b="1">
                <a:solidFill>
                  <a:srgbClr val="CE9178"/>
                </a:solidFill>
                <a:highlight>
                  <a:srgbClr val="1F1F1F"/>
                </a:highlight>
                <a:latin typeface="Courier New"/>
                <a:ea typeface="Courier New"/>
                <a:cs typeface="Courier New"/>
                <a:sym typeface="Courier New"/>
              </a:rPr>
              <a:t>'None'</a:t>
            </a:r>
            <a:r>
              <a:rPr lang="en-US" sz="1450" b="1">
                <a:solidFill>
                  <a:srgbClr val="CCCCCC"/>
                </a:solidFill>
                <a:highlight>
                  <a:srgbClr val="1F1F1F"/>
                </a:highlight>
                <a:latin typeface="Courier New"/>
                <a:ea typeface="Courier New"/>
                <a:cs typeface="Courier New"/>
                <a:sym typeface="Courier New"/>
              </a:rPr>
              <a:t>)</a:t>
            </a:r>
            <a:endParaRPr sz="1450" b="1">
              <a:solidFill>
                <a:srgbClr val="CCCCCC"/>
              </a:solidFill>
              <a:highlight>
                <a:srgbClr val="1F1F1F"/>
              </a:highlight>
              <a:latin typeface="Courier New"/>
              <a:ea typeface="Courier New"/>
              <a:cs typeface="Courier New"/>
              <a:sym typeface="Courier New"/>
            </a:endParaRPr>
          </a:p>
          <a:p>
            <a:pPr marL="0" marR="0" lvl="0" indent="0" algn="l" rtl="0">
              <a:spcBef>
                <a:spcPts val="0"/>
              </a:spcBef>
              <a:spcAft>
                <a:spcPts val="0"/>
              </a:spcAft>
              <a:buNone/>
            </a:pPr>
            <a:endParaRPr sz="1800" b="1">
              <a:solidFill>
                <a:schemeClr val="dk1"/>
              </a:solidFill>
              <a:latin typeface="Calibri"/>
              <a:ea typeface="Calibri"/>
              <a:cs typeface="Calibri"/>
              <a:sym typeface="Calibri"/>
            </a:endParaRPr>
          </a:p>
        </p:txBody>
      </p:sp>
      <p:sp>
        <p:nvSpPr>
          <p:cNvPr id="189" name="Google Shape;189;g3a99285e230_0_0"/>
          <p:cNvSpPr txBox="1"/>
          <p:nvPr/>
        </p:nvSpPr>
        <p:spPr>
          <a:xfrm>
            <a:off x="5524508" y="4245733"/>
            <a:ext cx="3238500" cy="2160900"/>
          </a:xfrm>
          <a:prstGeom prst="rect">
            <a:avLst/>
          </a:prstGeom>
          <a:noFill/>
          <a:ln>
            <a:noFill/>
          </a:ln>
        </p:spPr>
        <p:txBody>
          <a:bodyPr spcFirstLastPara="1" wrap="square" lIns="91425" tIns="45700" rIns="91425" bIns="45700" anchor="t" anchorCtr="0">
            <a:spAutoFit/>
          </a:bodyPr>
          <a:lstStyle/>
          <a:p>
            <a:pPr marL="0" lvl="0" indent="0" algn="l" rtl="0">
              <a:lnSpc>
                <a:spcPct val="135714"/>
              </a:lnSpc>
              <a:spcBef>
                <a:spcPts val="0"/>
              </a:spcBef>
              <a:spcAft>
                <a:spcPts val="0"/>
              </a:spcAft>
              <a:buClr>
                <a:schemeClr val="dk1"/>
              </a:buClr>
              <a:buSzPts val="1100"/>
              <a:buFont typeface="Arial"/>
              <a:buNone/>
            </a:pPr>
            <a:r>
              <a:rPr lang="en-US" sz="1450" b="1">
                <a:solidFill>
                  <a:srgbClr val="9CDCFE"/>
                </a:solidFill>
                <a:highlight>
                  <a:srgbClr val="1F1F1F"/>
                </a:highlight>
                <a:latin typeface="Courier New"/>
                <a:ea typeface="Courier New"/>
                <a:cs typeface="Courier New"/>
                <a:sym typeface="Courier New"/>
              </a:rPr>
              <a:t>pop_size</a:t>
            </a:r>
            <a:r>
              <a:rPr lang="en-US" sz="1450" b="1">
                <a:solidFill>
                  <a:srgbClr val="D4D4D4"/>
                </a:solidFill>
                <a:highlight>
                  <a:srgbClr val="1F1F1F"/>
                </a:highlight>
                <a:latin typeface="Courier New"/>
                <a:ea typeface="Courier New"/>
                <a:cs typeface="Courier New"/>
                <a:sym typeface="Courier New"/>
              </a:rPr>
              <a:t>=</a:t>
            </a:r>
            <a:r>
              <a:rPr lang="en-US" sz="1450" b="1">
                <a:solidFill>
                  <a:srgbClr val="B5CEA8"/>
                </a:solidFill>
                <a:highlight>
                  <a:srgbClr val="1F1F1F"/>
                </a:highlight>
                <a:latin typeface="Courier New"/>
                <a:ea typeface="Courier New"/>
                <a:cs typeface="Courier New"/>
                <a:sym typeface="Courier New"/>
              </a:rPr>
              <a:t>200</a:t>
            </a:r>
            <a:r>
              <a:rPr lang="en-US" sz="1450" b="1">
                <a:solidFill>
                  <a:srgbClr val="CCCCCC"/>
                </a:solidFill>
                <a:highlight>
                  <a:srgbClr val="1F1F1F"/>
                </a:highlight>
                <a:latin typeface="Courier New"/>
                <a:ea typeface="Courier New"/>
                <a:cs typeface="Courier New"/>
                <a:sym typeface="Courier New"/>
              </a:rPr>
              <a:t>,</a:t>
            </a:r>
            <a:endParaRPr sz="1450" b="1">
              <a:solidFill>
                <a:srgbClr val="CCCCCC"/>
              </a:solidFill>
              <a:highlight>
                <a:srgbClr val="1F1F1F"/>
              </a:highlight>
              <a:latin typeface="Courier New"/>
              <a:ea typeface="Courier New"/>
              <a:cs typeface="Courier New"/>
              <a:sym typeface="Courier New"/>
            </a:endParaRPr>
          </a:p>
          <a:p>
            <a:pPr marL="0" lvl="0" indent="0" algn="l" rtl="0">
              <a:lnSpc>
                <a:spcPct val="135714"/>
              </a:lnSpc>
              <a:spcBef>
                <a:spcPts val="0"/>
              </a:spcBef>
              <a:spcAft>
                <a:spcPts val="0"/>
              </a:spcAft>
              <a:buClr>
                <a:schemeClr val="dk1"/>
              </a:buClr>
              <a:buSzPts val="1100"/>
              <a:buFont typeface="Arial"/>
              <a:buNone/>
            </a:pPr>
            <a:r>
              <a:rPr lang="en-US" sz="1450" b="1">
                <a:solidFill>
                  <a:srgbClr val="9CDCFE"/>
                </a:solidFill>
                <a:highlight>
                  <a:srgbClr val="1F1F1F"/>
                </a:highlight>
                <a:latin typeface="Courier New"/>
                <a:ea typeface="Courier New"/>
                <a:cs typeface="Courier New"/>
                <a:sym typeface="Courier New"/>
              </a:rPr>
              <a:t>max_iter</a:t>
            </a:r>
            <a:r>
              <a:rPr lang="en-US" sz="1450" b="1">
                <a:solidFill>
                  <a:srgbClr val="D4D4D4"/>
                </a:solidFill>
                <a:highlight>
                  <a:srgbClr val="1F1F1F"/>
                </a:highlight>
                <a:latin typeface="Courier New"/>
                <a:ea typeface="Courier New"/>
                <a:cs typeface="Courier New"/>
                <a:sym typeface="Courier New"/>
              </a:rPr>
              <a:t>=</a:t>
            </a:r>
            <a:r>
              <a:rPr lang="en-US" sz="1450" b="1">
                <a:solidFill>
                  <a:srgbClr val="B5CEA8"/>
                </a:solidFill>
                <a:highlight>
                  <a:srgbClr val="1F1F1F"/>
                </a:highlight>
                <a:latin typeface="Courier New"/>
                <a:ea typeface="Courier New"/>
                <a:cs typeface="Courier New"/>
                <a:sym typeface="Courier New"/>
              </a:rPr>
              <a:t>1000</a:t>
            </a:r>
            <a:r>
              <a:rPr lang="en-US" sz="1450" b="1">
                <a:solidFill>
                  <a:srgbClr val="CCCCCC"/>
                </a:solidFill>
                <a:highlight>
                  <a:srgbClr val="1F1F1F"/>
                </a:highlight>
                <a:latin typeface="Courier New"/>
                <a:ea typeface="Courier New"/>
                <a:cs typeface="Courier New"/>
                <a:sym typeface="Courier New"/>
              </a:rPr>
              <a:t>,</a:t>
            </a:r>
            <a:endParaRPr sz="1450" b="1">
              <a:solidFill>
                <a:srgbClr val="CCCCCC"/>
              </a:solidFill>
              <a:highlight>
                <a:srgbClr val="1F1F1F"/>
              </a:highlight>
              <a:latin typeface="Courier New"/>
              <a:ea typeface="Courier New"/>
              <a:cs typeface="Courier New"/>
              <a:sym typeface="Courier New"/>
            </a:endParaRPr>
          </a:p>
          <a:p>
            <a:pPr marL="0" lvl="0" indent="0" algn="l" rtl="0">
              <a:lnSpc>
                <a:spcPct val="135714"/>
              </a:lnSpc>
              <a:spcBef>
                <a:spcPts val="0"/>
              </a:spcBef>
              <a:spcAft>
                <a:spcPts val="0"/>
              </a:spcAft>
              <a:buClr>
                <a:schemeClr val="dk1"/>
              </a:buClr>
              <a:buSzPts val="1100"/>
              <a:buFont typeface="Arial"/>
              <a:buNone/>
            </a:pPr>
            <a:r>
              <a:rPr lang="en-US" sz="1450" b="1">
                <a:solidFill>
                  <a:srgbClr val="9CDCFE"/>
                </a:solidFill>
                <a:highlight>
                  <a:srgbClr val="1F1F1F"/>
                </a:highlight>
                <a:latin typeface="Courier New"/>
                <a:ea typeface="Courier New"/>
                <a:cs typeface="Courier New"/>
                <a:sym typeface="Courier New"/>
              </a:rPr>
              <a:t>limit</a:t>
            </a:r>
            <a:r>
              <a:rPr lang="en-US" sz="1450" b="1">
                <a:solidFill>
                  <a:srgbClr val="D4D4D4"/>
                </a:solidFill>
                <a:highlight>
                  <a:srgbClr val="1F1F1F"/>
                </a:highlight>
                <a:latin typeface="Courier New"/>
                <a:ea typeface="Courier New"/>
                <a:cs typeface="Courier New"/>
                <a:sym typeface="Courier New"/>
              </a:rPr>
              <a:t>=</a:t>
            </a:r>
            <a:r>
              <a:rPr lang="en-US" sz="1450" b="1">
                <a:solidFill>
                  <a:srgbClr val="B5CEA8"/>
                </a:solidFill>
                <a:highlight>
                  <a:srgbClr val="1F1F1F"/>
                </a:highlight>
                <a:latin typeface="Courier New"/>
                <a:ea typeface="Courier New"/>
                <a:cs typeface="Courier New"/>
                <a:sym typeface="Courier New"/>
              </a:rPr>
              <a:t>100</a:t>
            </a:r>
            <a:r>
              <a:rPr lang="en-US" sz="1450" b="1">
                <a:solidFill>
                  <a:srgbClr val="CCCCCC"/>
                </a:solidFill>
                <a:highlight>
                  <a:srgbClr val="1F1F1F"/>
                </a:highlight>
                <a:latin typeface="Courier New"/>
                <a:ea typeface="Courier New"/>
                <a:cs typeface="Courier New"/>
                <a:sym typeface="Courier New"/>
              </a:rPr>
              <a:t>,</a:t>
            </a:r>
            <a:endParaRPr sz="1450" b="1">
              <a:solidFill>
                <a:srgbClr val="CCCCCC"/>
              </a:solidFill>
              <a:highlight>
                <a:srgbClr val="1F1F1F"/>
              </a:highlight>
              <a:latin typeface="Courier New"/>
              <a:ea typeface="Courier New"/>
              <a:cs typeface="Courier New"/>
              <a:sym typeface="Courier New"/>
            </a:endParaRPr>
          </a:p>
          <a:p>
            <a:pPr marL="0" lvl="0" indent="0" algn="l" rtl="0">
              <a:lnSpc>
                <a:spcPct val="135714"/>
              </a:lnSpc>
              <a:spcBef>
                <a:spcPts val="0"/>
              </a:spcBef>
              <a:spcAft>
                <a:spcPts val="0"/>
              </a:spcAft>
              <a:buClr>
                <a:schemeClr val="dk1"/>
              </a:buClr>
              <a:buSzPts val="1100"/>
              <a:buFont typeface="Arial"/>
              <a:buNone/>
            </a:pPr>
            <a:r>
              <a:rPr lang="en-US" sz="1450" b="1">
                <a:solidFill>
                  <a:srgbClr val="9CDCFE"/>
                </a:solidFill>
                <a:highlight>
                  <a:srgbClr val="1F1F1F"/>
                </a:highlight>
                <a:latin typeface="Courier New"/>
                <a:ea typeface="Courier New"/>
                <a:cs typeface="Courier New"/>
                <a:sym typeface="Courier New"/>
              </a:rPr>
              <a:t>w</a:t>
            </a:r>
            <a:r>
              <a:rPr lang="en-US" sz="1450" b="1">
                <a:solidFill>
                  <a:srgbClr val="D4D4D4"/>
                </a:solidFill>
                <a:highlight>
                  <a:srgbClr val="1F1F1F"/>
                </a:highlight>
                <a:latin typeface="Courier New"/>
                <a:ea typeface="Courier New"/>
                <a:cs typeface="Courier New"/>
                <a:sym typeface="Courier New"/>
              </a:rPr>
              <a:t>=</a:t>
            </a:r>
            <a:r>
              <a:rPr lang="en-US" sz="1450" b="1">
                <a:solidFill>
                  <a:srgbClr val="B5CEA8"/>
                </a:solidFill>
                <a:highlight>
                  <a:srgbClr val="1F1F1F"/>
                </a:highlight>
                <a:latin typeface="Courier New"/>
                <a:ea typeface="Courier New"/>
                <a:cs typeface="Courier New"/>
                <a:sym typeface="Courier New"/>
              </a:rPr>
              <a:t>0.7</a:t>
            </a:r>
            <a:r>
              <a:rPr lang="en-US" sz="1450" b="1">
                <a:solidFill>
                  <a:srgbClr val="CCCCCC"/>
                </a:solidFill>
                <a:highlight>
                  <a:srgbClr val="1F1F1F"/>
                </a:highlight>
                <a:latin typeface="Courier New"/>
                <a:ea typeface="Courier New"/>
                <a:cs typeface="Courier New"/>
                <a:sym typeface="Courier New"/>
              </a:rPr>
              <a:t>, </a:t>
            </a:r>
            <a:r>
              <a:rPr lang="en-US" sz="1450" b="1">
                <a:solidFill>
                  <a:srgbClr val="9CDCFE"/>
                </a:solidFill>
                <a:highlight>
                  <a:srgbClr val="1F1F1F"/>
                </a:highlight>
                <a:latin typeface="Courier New"/>
                <a:ea typeface="Courier New"/>
                <a:cs typeface="Courier New"/>
                <a:sym typeface="Courier New"/>
              </a:rPr>
              <a:t>c1</a:t>
            </a:r>
            <a:r>
              <a:rPr lang="en-US" sz="1450" b="1">
                <a:solidFill>
                  <a:srgbClr val="D4D4D4"/>
                </a:solidFill>
                <a:highlight>
                  <a:srgbClr val="1F1F1F"/>
                </a:highlight>
                <a:latin typeface="Courier New"/>
                <a:ea typeface="Courier New"/>
                <a:cs typeface="Courier New"/>
                <a:sym typeface="Courier New"/>
              </a:rPr>
              <a:t>=</a:t>
            </a:r>
            <a:r>
              <a:rPr lang="en-US" sz="1450" b="1">
                <a:solidFill>
                  <a:srgbClr val="B5CEA8"/>
                </a:solidFill>
                <a:highlight>
                  <a:srgbClr val="1F1F1F"/>
                </a:highlight>
                <a:latin typeface="Courier New"/>
                <a:ea typeface="Courier New"/>
                <a:cs typeface="Courier New"/>
                <a:sym typeface="Courier New"/>
              </a:rPr>
              <a:t>0.8</a:t>
            </a:r>
            <a:r>
              <a:rPr lang="en-US" sz="1450" b="1">
                <a:solidFill>
                  <a:srgbClr val="CCCCCC"/>
                </a:solidFill>
                <a:highlight>
                  <a:srgbClr val="1F1F1F"/>
                </a:highlight>
                <a:latin typeface="Courier New"/>
                <a:ea typeface="Courier New"/>
                <a:cs typeface="Courier New"/>
                <a:sym typeface="Courier New"/>
              </a:rPr>
              <a:t>, </a:t>
            </a:r>
            <a:r>
              <a:rPr lang="en-US" sz="1450" b="1">
                <a:solidFill>
                  <a:srgbClr val="9CDCFE"/>
                </a:solidFill>
                <a:highlight>
                  <a:srgbClr val="1F1F1F"/>
                </a:highlight>
                <a:latin typeface="Courier New"/>
                <a:ea typeface="Courier New"/>
                <a:cs typeface="Courier New"/>
                <a:sym typeface="Courier New"/>
              </a:rPr>
              <a:t>c2</a:t>
            </a:r>
            <a:r>
              <a:rPr lang="en-US" sz="1450" b="1">
                <a:solidFill>
                  <a:srgbClr val="D4D4D4"/>
                </a:solidFill>
                <a:highlight>
                  <a:srgbClr val="1F1F1F"/>
                </a:highlight>
                <a:latin typeface="Courier New"/>
                <a:ea typeface="Courier New"/>
                <a:cs typeface="Courier New"/>
                <a:sym typeface="Courier New"/>
              </a:rPr>
              <a:t>=</a:t>
            </a:r>
            <a:r>
              <a:rPr lang="en-US" sz="1450" b="1">
                <a:solidFill>
                  <a:srgbClr val="B5CEA8"/>
                </a:solidFill>
                <a:highlight>
                  <a:srgbClr val="1F1F1F"/>
                </a:highlight>
                <a:latin typeface="Courier New"/>
                <a:ea typeface="Courier New"/>
                <a:cs typeface="Courier New"/>
                <a:sym typeface="Courier New"/>
              </a:rPr>
              <a:t>0.8</a:t>
            </a:r>
            <a:r>
              <a:rPr lang="en-US" sz="1450" b="1">
                <a:solidFill>
                  <a:srgbClr val="CCCCCC"/>
                </a:solidFill>
                <a:highlight>
                  <a:srgbClr val="1F1F1F"/>
                </a:highlight>
                <a:latin typeface="Courier New"/>
                <a:ea typeface="Courier New"/>
                <a:cs typeface="Courier New"/>
                <a:sym typeface="Courier New"/>
              </a:rPr>
              <a:t>,</a:t>
            </a:r>
            <a:endParaRPr sz="1450" b="1">
              <a:solidFill>
                <a:srgbClr val="CCCCCC"/>
              </a:solidFill>
              <a:highlight>
                <a:srgbClr val="1F1F1F"/>
              </a:highlight>
              <a:latin typeface="Courier New"/>
              <a:ea typeface="Courier New"/>
              <a:cs typeface="Courier New"/>
              <a:sym typeface="Courier New"/>
            </a:endParaRPr>
          </a:p>
          <a:p>
            <a:pPr marL="0" lvl="0" indent="0" algn="l" rtl="0">
              <a:lnSpc>
                <a:spcPct val="135714"/>
              </a:lnSpc>
              <a:spcBef>
                <a:spcPts val="0"/>
              </a:spcBef>
              <a:spcAft>
                <a:spcPts val="0"/>
              </a:spcAft>
              <a:buClr>
                <a:schemeClr val="dk1"/>
              </a:buClr>
              <a:buSzPts val="1100"/>
              <a:buFont typeface="Arial"/>
              <a:buNone/>
            </a:pPr>
            <a:r>
              <a:rPr lang="en-US" sz="1450" b="1">
                <a:solidFill>
                  <a:srgbClr val="9CDCFE"/>
                </a:solidFill>
                <a:highlight>
                  <a:srgbClr val="1F1F1F"/>
                </a:highlight>
                <a:latin typeface="Courier New"/>
                <a:ea typeface="Courier New"/>
                <a:cs typeface="Courier New"/>
                <a:sym typeface="Courier New"/>
              </a:rPr>
              <a:t>mode</a:t>
            </a:r>
            <a:r>
              <a:rPr lang="en-US" sz="1450" b="1">
                <a:solidFill>
                  <a:srgbClr val="D4D4D4"/>
                </a:solidFill>
                <a:highlight>
                  <a:srgbClr val="1F1F1F"/>
                </a:highlight>
                <a:latin typeface="Courier New"/>
                <a:ea typeface="Courier New"/>
                <a:cs typeface="Courier New"/>
                <a:sym typeface="Courier New"/>
              </a:rPr>
              <a:t>=</a:t>
            </a:r>
            <a:r>
              <a:rPr lang="en-US" sz="1450" b="1">
                <a:solidFill>
                  <a:srgbClr val="CE9178"/>
                </a:solidFill>
                <a:highlight>
                  <a:srgbClr val="1F1F1F"/>
                </a:highlight>
                <a:latin typeface="Courier New"/>
                <a:ea typeface="Courier New"/>
                <a:cs typeface="Courier New"/>
                <a:sym typeface="Courier New"/>
              </a:rPr>
              <a:t>'GA'</a:t>
            </a:r>
            <a:r>
              <a:rPr lang="en-US" sz="1450" b="1">
                <a:solidFill>
                  <a:srgbClr val="CCCCCC"/>
                </a:solidFill>
                <a:highlight>
                  <a:srgbClr val="1F1F1F"/>
                </a:highlight>
                <a:latin typeface="Courier New"/>
                <a:ea typeface="Courier New"/>
                <a:cs typeface="Courier New"/>
                <a:sym typeface="Courier New"/>
              </a:rPr>
              <a:t>)</a:t>
            </a:r>
            <a:endParaRPr sz="1450" b="1">
              <a:solidFill>
                <a:srgbClr val="CCCCCC"/>
              </a:solidFill>
              <a:highlight>
                <a:srgbClr val="1F1F1F"/>
              </a:highlight>
              <a:latin typeface="Courier New"/>
              <a:ea typeface="Courier New"/>
              <a:cs typeface="Courier New"/>
              <a:sym typeface="Courier New"/>
            </a:endParaRPr>
          </a:p>
          <a:p>
            <a:pPr marL="0" lvl="0" indent="0" algn="l" rtl="0">
              <a:spcBef>
                <a:spcPts val="0"/>
              </a:spcBef>
              <a:spcAft>
                <a:spcPts val="0"/>
              </a:spcAft>
              <a:buClr>
                <a:schemeClr val="dk1"/>
              </a:buClr>
              <a:buFont typeface="Arial"/>
              <a:buNone/>
            </a:pPr>
            <a:endParaRPr sz="1800" b="1">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90" name="Google Shape;190;g3a99285e230_0_0"/>
          <p:cNvPicPr preferRelativeResize="0"/>
          <p:nvPr/>
        </p:nvPicPr>
        <p:blipFill>
          <a:blip r:embed="rId3">
            <a:alphaModFix/>
          </a:blip>
          <a:stretch>
            <a:fillRect/>
          </a:stretch>
        </p:blipFill>
        <p:spPr>
          <a:xfrm>
            <a:off x="271204" y="936623"/>
            <a:ext cx="4262250" cy="2873591"/>
          </a:xfrm>
          <a:prstGeom prst="rect">
            <a:avLst/>
          </a:prstGeom>
          <a:noFill/>
          <a:ln>
            <a:noFill/>
          </a:ln>
        </p:spPr>
      </p:pic>
      <p:pic>
        <p:nvPicPr>
          <p:cNvPr id="191" name="Google Shape;191;g3a99285e230_0_0"/>
          <p:cNvPicPr preferRelativeResize="0"/>
          <p:nvPr/>
        </p:nvPicPr>
        <p:blipFill>
          <a:blip r:embed="rId4">
            <a:alphaModFix/>
          </a:blip>
          <a:stretch>
            <a:fillRect/>
          </a:stretch>
        </p:blipFill>
        <p:spPr>
          <a:xfrm>
            <a:off x="4527517" y="951266"/>
            <a:ext cx="4469945" cy="2873600"/>
          </a:xfrm>
          <a:prstGeom prst="rect">
            <a:avLst/>
          </a:prstGeom>
          <a:noFill/>
          <a:ln>
            <a:noFill/>
          </a:ln>
        </p:spPr>
      </p:pic>
      <p:sp>
        <p:nvSpPr>
          <p:cNvPr id="192" name="Google Shape;192;g3a99285e230_0_0"/>
          <p:cNvSpPr txBox="1"/>
          <p:nvPr/>
        </p:nvSpPr>
        <p:spPr>
          <a:xfrm>
            <a:off x="2063775" y="3824875"/>
            <a:ext cx="677100" cy="415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US" sz="1500">
                <a:solidFill>
                  <a:schemeClr val="dk1"/>
                </a:solidFill>
              </a:rPr>
              <a:t>PSO</a:t>
            </a:r>
            <a:endParaRPr/>
          </a:p>
        </p:txBody>
      </p:sp>
      <p:sp>
        <p:nvSpPr>
          <p:cNvPr id="193" name="Google Shape;193;g3a99285e230_0_0"/>
          <p:cNvSpPr txBox="1"/>
          <p:nvPr/>
        </p:nvSpPr>
        <p:spPr>
          <a:xfrm>
            <a:off x="6133550" y="3824875"/>
            <a:ext cx="1685400" cy="415500"/>
          </a:xfrm>
          <a:prstGeom prst="rect">
            <a:avLst/>
          </a:prstGeom>
          <a:noFill/>
          <a:ln>
            <a:noFill/>
          </a:ln>
        </p:spPr>
        <p:txBody>
          <a:bodyPr spcFirstLastPara="1" wrap="square" lIns="91425" tIns="91425" rIns="91425" bIns="91425" anchor="t" anchorCtr="0">
            <a:spAutoFit/>
          </a:bodyPr>
          <a:lstStyle/>
          <a:p>
            <a:pPr marL="457200" lvl="0" indent="0" algn="l" rtl="0">
              <a:lnSpc>
                <a:spcPct val="115000"/>
              </a:lnSpc>
              <a:spcBef>
                <a:spcPts val="1200"/>
              </a:spcBef>
              <a:spcAft>
                <a:spcPts val="1200"/>
              </a:spcAft>
              <a:buNone/>
            </a:pPr>
            <a:r>
              <a:rPr lang="en-US" sz="1500">
                <a:solidFill>
                  <a:schemeClr val="dk1"/>
                </a:solidFill>
              </a:rPr>
              <a:t>GA - PSO</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g3a99285e230_0_59"/>
          <p:cNvSpPr txBox="1">
            <a:spLocks noGrp="1"/>
          </p:cNvSpPr>
          <p:nvPr>
            <p:ph type="sldNum" idx="12"/>
          </p:nvPr>
        </p:nvSpPr>
        <p:spPr>
          <a:xfrm>
            <a:off x="6867383" y="6572126"/>
            <a:ext cx="2057400" cy="3651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18</a:t>
            </a:fld>
            <a:endParaRPr/>
          </a:p>
        </p:txBody>
      </p:sp>
      <p:sp>
        <p:nvSpPr>
          <p:cNvPr id="205" name="Google Shape;205;g3a99285e230_0_59"/>
          <p:cNvSpPr txBox="1">
            <a:spLocks noGrp="1"/>
          </p:cNvSpPr>
          <p:nvPr>
            <p:ph type="title"/>
          </p:nvPr>
        </p:nvSpPr>
        <p:spPr>
          <a:xfrm>
            <a:off x="235077" y="78613"/>
            <a:ext cx="8673900" cy="4518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a:buNone/>
            </a:pPr>
            <a:r>
              <a:rPr lang="en-US"/>
              <a:t>8. EPSO</a:t>
            </a:r>
            <a:endParaRPr/>
          </a:p>
        </p:txBody>
      </p:sp>
      <p:sp>
        <p:nvSpPr>
          <p:cNvPr id="206" name="Google Shape;206;g3a99285e230_0_59"/>
          <p:cNvSpPr txBox="1"/>
          <p:nvPr/>
        </p:nvSpPr>
        <p:spPr>
          <a:xfrm>
            <a:off x="0" y="0"/>
            <a:ext cx="3000000" cy="384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400"/>
              </a:spcAft>
              <a:buNone/>
            </a:pPr>
            <a:endParaRPr sz="1300" b="1">
              <a:solidFill>
                <a:schemeClr val="dk1"/>
              </a:solidFill>
            </a:endParaRPr>
          </a:p>
        </p:txBody>
      </p:sp>
      <p:sp>
        <p:nvSpPr>
          <p:cNvPr id="207" name="Google Shape;207;g3a99285e230_0_59"/>
          <p:cNvSpPr txBox="1"/>
          <p:nvPr/>
        </p:nvSpPr>
        <p:spPr>
          <a:xfrm>
            <a:off x="3507325" y="2291850"/>
            <a:ext cx="3000000" cy="384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400"/>
              </a:spcAft>
              <a:buNone/>
            </a:pPr>
            <a:endParaRPr sz="1300" b="1">
              <a:solidFill>
                <a:schemeClr val="dk1"/>
              </a:solidFill>
            </a:endParaRPr>
          </a:p>
        </p:txBody>
      </p:sp>
      <p:sp>
        <p:nvSpPr>
          <p:cNvPr id="208" name="Google Shape;208;g3a99285e230_0_59"/>
          <p:cNvSpPr txBox="1"/>
          <p:nvPr/>
        </p:nvSpPr>
        <p:spPr>
          <a:xfrm>
            <a:off x="339225" y="871025"/>
            <a:ext cx="6861600" cy="3644100"/>
          </a:xfrm>
          <a:prstGeom prst="rect">
            <a:avLst/>
          </a:prstGeom>
          <a:noFill/>
          <a:ln>
            <a:noFill/>
          </a:ln>
        </p:spPr>
        <p:txBody>
          <a:bodyPr spcFirstLastPara="1" wrap="square" lIns="91425" tIns="91425" rIns="91425" bIns="91425" anchor="t" anchorCtr="0">
            <a:spAutoFit/>
          </a:bodyPr>
          <a:lstStyle/>
          <a:p>
            <a:pPr marL="457200" lvl="0" indent="-323850" algn="l" rtl="0">
              <a:lnSpc>
                <a:spcPct val="115000"/>
              </a:lnSpc>
              <a:spcBef>
                <a:spcPts val="1400"/>
              </a:spcBef>
              <a:spcAft>
                <a:spcPts val="0"/>
              </a:spcAft>
              <a:buClr>
                <a:schemeClr val="dk1"/>
              </a:buClr>
              <a:buSzPts val="1500"/>
              <a:buChar char="●"/>
            </a:pPr>
            <a:r>
              <a:rPr lang="en-US" sz="1500">
                <a:solidFill>
                  <a:schemeClr val="dk1"/>
                </a:solidFill>
              </a:rPr>
              <a:t>Ý tưởng: PSO được tăng cường bằng tiến hóa tham số + đột biến để tăng khả năng tìm kiếm toàn cục.</a:t>
            </a:r>
            <a:endParaRPr sz="1300">
              <a:solidFill>
                <a:schemeClr val="dk1"/>
              </a:solidFill>
            </a:endParaRPr>
          </a:p>
          <a:p>
            <a:pPr marL="914400" lvl="1" indent="-323850" algn="l" rtl="0">
              <a:lnSpc>
                <a:spcPct val="115000"/>
              </a:lnSpc>
              <a:spcBef>
                <a:spcPts val="0"/>
              </a:spcBef>
              <a:spcAft>
                <a:spcPts val="0"/>
              </a:spcAft>
              <a:buClr>
                <a:schemeClr val="dk1"/>
              </a:buClr>
              <a:buSzPts val="1500"/>
              <a:buChar char="○"/>
            </a:pPr>
            <a:r>
              <a:rPr lang="en-US" sz="1500">
                <a:solidFill>
                  <a:schemeClr val="dk1"/>
                </a:solidFill>
              </a:rPr>
              <a:t>Nhân bản hạt: Mỗi hạt tạo ra nhiều bản sao</a:t>
            </a:r>
            <a:endParaRPr sz="1500">
              <a:solidFill>
                <a:schemeClr val="dk1"/>
              </a:solidFill>
            </a:endParaRPr>
          </a:p>
          <a:p>
            <a:pPr marL="914400" lvl="1" indent="-323850" algn="l" rtl="0">
              <a:lnSpc>
                <a:spcPct val="115000"/>
              </a:lnSpc>
              <a:spcBef>
                <a:spcPts val="0"/>
              </a:spcBef>
              <a:spcAft>
                <a:spcPts val="0"/>
              </a:spcAft>
              <a:buClr>
                <a:schemeClr val="dk1"/>
              </a:buClr>
              <a:buSzPts val="1500"/>
              <a:buChar char="○"/>
            </a:pPr>
            <a:r>
              <a:rPr lang="en-US" sz="1500">
                <a:solidFill>
                  <a:schemeClr val="dk1"/>
                </a:solidFill>
              </a:rPr>
              <a:t>Đột biến trọng số PSO: Các hệ số ω,c1,c2 được đột biến theo phân phối chuẩn</a:t>
            </a:r>
            <a:endParaRPr sz="1500">
              <a:solidFill>
                <a:schemeClr val="dk1"/>
              </a:solidFill>
            </a:endParaRPr>
          </a:p>
          <a:p>
            <a:pPr marL="914400" lvl="1" indent="-323850" algn="l" rtl="0">
              <a:lnSpc>
                <a:spcPct val="115000"/>
              </a:lnSpc>
              <a:spcBef>
                <a:spcPts val="0"/>
              </a:spcBef>
              <a:spcAft>
                <a:spcPts val="0"/>
              </a:spcAft>
              <a:buClr>
                <a:schemeClr val="dk1"/>
              </a:buClr>
              <a:buSzPts val="1500"/>
              <a:buChar char="○"/>
            </a:pPr>
            <a:r>
              <a:rPr lang="en-US" sz="1500">
                <a:solidFill>
                  <a:schemeClr val="dk1"/>
                </a:solidFill>
              </a:rPr>
              <a:t>Chọn lọc tiến hóa: chọn nghiệm tốt nhất trong các bản sao</a:t>
            </a:r>
            <a:endParaRPr sz="1500">
              <a:solidFill>
                <a:schemeClr val="dk1"/>
              </a:solidFill>
            </a:endParaRPr>
          </a:p>
          <a:p>
            <a:pPr marL="457200" lvl="0" indent="-323850" algn="l" rtl="0">
              <a:lnSpc>
                <a:spcPct val="115000"/>
              </a:lnSpc>
              <a:spcBef>
                <a:spcPts val="0"/>
              </a:spcBef>
              <a:spcAft>
                <a:spcPts val="0"/>
              </a:spcAft>
              <a:buClr>
                <a:schemeClr val="dk1"/>
              </a:buClr>
              <a:buSzPts val="1500"/>
              <a:buChar char="●"/>
            </a:pPr>
            <a:r>
              <a:rPr lang="en-US" sz="1500">
                <a:solidFill>
                  <a:schemeClr val="dk1"/>
                </a:solidFill>
              </a:rPr>
              <a:t>Ưu điểm:</a:t>
            </a:r>
            <a:endParaRPr sz="1500">
              <a:solidFill>
                <a:schemeClr val="dk1"/>
              </a:solidFill>
            </a:endParaRPr>
          </a:p>
          <a:p>
            <a:pPr marL="914400" lvl="1" indent="-323850" algn="l" rtl="0">
              <a:lnSpc>
                <a:spcPct val="115000"/>
              </a:lnSpc>
              <a:spcBef>
                <a:spcPts val="0"/>
              </a:spcBef>
              <a:spcAft>
                <a:spcPts val="0"/>
              </a:spcAft>
              <a:buClr>
                <a:schemeClr val="dk1"/>
              </a:buClr>
              <a:buSzPts val="1500"/>
              <a:buChar char="○"/>
            </a:pPr>
            <a:r>
              <a:rPr lang="en-US" sz="1500">
                <a:solidFill>
                  <a:schemeClr val="dk1"/>
                </a:solidFill>
              </a:rPr>
              <a:t>Tiến hóa cả nghiệm lẫn tham số</a:t>
            </a:r>
            <a:endParaRPr sz="1500">
              <a:solidFill>
                <a:schemeClr val="dk1"/>
              </a:solidFill>
            </a:endParaRPr>
          </a:p>
          <a:p>
            <a:pPr marL="914400" lvl="1" indent="-323850" algn="l" rtl="0">
              <a:lnSpc>
                <a:spcPct val="115000"/>
              </a:lnSpc>
              <a:spcBef>
                <a:spcPts val="0"/>
              </a:spcBef>
              <a:spcAft>
                <a:spcPts val="0"/>
              </a:spcAft>
              <a:buClr>
                <a:schemeClr val="dk1"/>
              </a:buClr>
              <a:buSzPts val="1500"/>
              <a:buChar char="○"/>
            </a:pPr>
            <a:r>
              <a:rPr lang="en-US" sz="1500">
                <a:solidFill>
                  <a:schemeClr val="dk1"/>
                </a:solidFill>
              </a:rPr>
              <a:t>Ít bị kẹt local optimum</a:t>
            </a:r>
            <a:endParaRPr sz="1500">
              <a:solidFill>
                <a:schemeClr val="dk1"/>
              </a:solidFill>
            </a:endParaRPr>
          </a:p>
          <a:p>
            <a:pPr marL="914400" lvl="1" indent="-323850" algn="l" rtl="0">
              <a:lnSpc>
                <a:spcPct val="115000"/>
              </a:lnSpc>
              <a:spcBef>
                <a:spcPts val="0"/>
              </a:spcBef>
              <a:spcAft>
                <a:spcPts val="0"/>
              </a:spcAft>
              <a:buClr>
                <a:schemeClr val="dk1"/>
              </a:buClr>
              <a:buSzPts val="1500"/>
              <a:buChar char="○"/>
            </a:pPr>
            <a:r>
              <a:rPr lang="en-US" sz="1500">
                <a:solidFill>
                  <a:schemeClr val="dk1"/>
                </a:solidFill>
              </a:rPr>
              <a:t>Phù hợp TSP-TW vì có nhiều nghiệm bị ràng buộc chặt</a:t>
            </a:r>
            <a:endParaRPr sz="1500">
              <a:solidFill>
                <a:schemeClr val="dk1"/>
              </a:solidFill>
            </a:endParaRPr>
          </a:p>
          <a:p>
            <a:pPr marL="0" lvl="0" indent="0" algn="l" rtl="0">
              <a:lnSpc>
                <a:spcPct val="115000"/>
              </a:lnSpc>
              <a:spcBef>
                <a:spcPts val="1200"/>
              </a:spcBef>
              <a:spcAft>
                <a:spcPts val="0"/>
              </a:spcAft>
              <a:buNone/>
            </a:pPr>
            <a:endParaRPr sz="1500">
              <a:solidFill>
                <a:schemeClr val="dk1"/>
              </a:solidFill>
            </a:endParaRPr>
          </a:p>
          <a:p>
            <a:pPr marL="0" lvl="0" indent="0" algn="l" rtl="0">
              <a:lnSpc>
                <a:spcPct val="115000"/>
              </a:lnSpc>
              <a:spcBef>
                <a:spcPts val="1200"/>
              </a:spcBef>
              <a:spcAft>
                <a:spcPts val="1200"/>
              </a:spcAft>
              <a:buNone/>
            </a:pPr>
            <a:endParaRPr sz="150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3">
          <a:extLst>
            <a:ext uri="{FF2B5EF4-FFF2-40B4-BE49-F238E27FC236}">
              <a16:creationId xmlns:a16="http://schemas.microsoft.com/office/drawing/2014/main" id="{5224314A-0D6C-EBD3-B0F1-2F1FCF2B0508}"/>
            </a:ext>
          </a:extLst>
        </p:cNvPr>
        <p:cNvGrpSpPr/>
        <p:nvPr/>
      </p:nvGrpSpPr>
      <p:grpSpPr>
        <a:xfrm>
          <a:off x="0" y="0"/>
          <a:ext cx="0" cy="0"/>
          <a:chOff x="0" y="0"/>
          <a:chExt cx="0" cy="0"/>
        </a:xfrm>
      </p:grpSpPr>
      <p:sp>
        <p:nvSpPr>
          <p:cNvPr id="204" name="Google Shape;204;g3a99285e230_0_59">
            <a:extLst>
              <a:ext uri="{FF2B5EF4-FFF2-40B4-BE49-F238E27FC236}">
                <a16:creationId xmlns:a16="http://schemas.microsoft.com/office/drawing/2014/main" id="{066F92AA-2878-ECEE-6513-D6074E58B99F}"/>
              </a:ext>
            </a:extLst>
          </p:cNvPr>
          <p:cNvSpPr txBox="1">
            <a:spLocks noGrp="1"/>
          </p:cNvSpPr>
          <p:nvPr>
            <p:ph type="sldNum" idx="12"/>
          </p:nvPr>
        </p:nvSpPr>
        <p:spPr>
          <a:xfrm>
            <a:off x="6867383" y="6572126"/>
            <a:ext cx="2057400" cy="3651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19</a:t>
            </a:fld>
            <a:endParaRPr/>
          </a:p>
        </p:txBody>
      </p:sp>
      <p:sp>
        <p:nvSpPr>
          <p:cNvPr id="205" name="Google Shape;205;g3a99285e230_0_59">
            <a:extLst>
              <a:ext uri="{FF2B5EF4-FFF2-40B4-BE49-F238E27FC236}">
                <a16:creationId xmlns:a16="http://schemas.microsoft.com/office/drawing/2014/main" id="{CC3B2B19-850A-C496-B0D2-C62DDACB1FF1}"/>
              </a:ext>
            </a:extLst>
          </p:cNvPr>
          <p:cNvSpPr txBox="1">
            <a:spLocks noGrp="1"/>
          </p:cNvSpPr>
          <p:nvPr>
            <p:ph type="title"/>
          </p:nvPr>
        </p:nvSpPr>
        <p:spPr>
          <a:xfrm>
            <a:off x="235077" y="78613"/>
            <a:ext cx="8673900" cy="4518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a:buNone/>
            </a:pPr>
            <a:r>
              <a:rPr lang="vi-VN" dirty="0"/>
              <a:t>Kế hoạch dự kiến</a:t>
            </a:r>
            <a:endParaRPr dirty="0"/>
          </a:p>
        </p:txBody>
      </p:sp>
      <p:sp>
        <p:nvSpPr>
          <p:cNvPr id="206" name="Google Shape;206;g3a99285e230_0_59">
            <a:extLst>
              <a:ext uri="{FF2B5EF4-FFF2-40B4-BE49-F238E27FC236}">
                <a16:creationId xmlns:a16="http://schemas.microsoft.com/office/drawing/2014/main" id="{E5EBFF52-97DA-0C42-7382-3017889AD87C}"/>
              </a:ext>
            </a:extLst>
          </p:cNvPr>
          <p:cNvSpPr txBox="1"/>
          <p:nvPr/>
        </p:nvSpPr>
        <p:spPr>
          <a:xfrm>
            <a:off x="0" y="0"/>
            <a:ext cx="3000000" cy="384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400"/>
              </a:spcAft>
              <a:buNone/>
            </a:pPr>
            <a:endParaRPr sz="1300" b="1">
              <a:solidFill>
                <a:schemeClr val="dk1"/>
              </a:solidFill>
            </a:endParaRPr>
          </a:p>
        </p:txBody>
      </p:sp>
      <p:sp>
        <p:nvSpPr>
          <p:cNvPr id="207" name="Google Shape;207;g3a99285e230_0_59">
            <a:extLst>
              <a:ext uri="{FF2B5EF4-FFF2-40B4-BE49-F238E27FC236}">
                <a16:creationId xmlns:a16="http://schemas.microsoft.com/office/drawing/2014/main" id="{BF60EDB9-BCC4-84A5-839A-D2AC3D37CBCE}"/>
              </a:ext>
            </a:extLst>
          </p:cNvPr>
          <p:cNvSpPr txBox="1"/>
          <p:nvPr/>
        </p:nvSpPr>
        <p:spPr>
          <a:xfrm>
            <a:off x="3507325" y="2291850"/>
            <a:ext cx="3000000" cy="384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400"/>
              </a:spcAft>
              <a:buNone/>
            </a:pPr>
            <a:endParaRPr sz="1300" b="1">
              <a:solidFill>
                <a:schemeClr val="dk1"/>
              </a:solidFill>
            </a:endParaRPr>
          </a:p>
        </p:txBody>
      </p:sp>
      <p:sp>
        <p:nvSpPr>
          <p:cNvPr id="208" name="Google Shape;208;g3a99285e230_0_59">
            <a:extLst>
              <a:ext uri="{FF2B5EF4-FFF2-40B4-BE49-F238E27FC236}">
                <a16:creationId xmlns:a16="http://schemas.microsoft.com/office/drawing/2014/main" id="{0AA77D2E-C9ED-5E63-2742-6485DA622E4B}"/>
              </a:ext>
            </a:extLst>
          </p:cNvPr>
          <p:cNvSpPr txBox="1"/>
          <p:nvPr/>
        </p:nvSpPr>
        <p:spPr>
          <a:xfrm>
            <a:off x="610158" y="1047014"/>
            <a:ext cx="6861600" cy="1437286"/>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vi-VN" sz="1800" dirty="0">
                <a:solidFill>
                  <a:schemeClr val="dk1"/>
                </a:solidFill>
              </a:rPr>
              <a:t>- Triển khai thêm các thuật toán như ACO,...</a:t>
            </a:r>
          </a:p>
          <a:p>
            <a:pPr marL="0" lvl="0" indent="0" algn="l" rtl="0">
              <a:lnSpc>
                <a:spcPct val="115000"/>
              </a:lnSpc>
              <a:spcBef>
                <a:spcPts val="1200"/>
              </a:spcBef>
              <a:spcAft>
                <a:spcPts val="1200"/>
              </a:spcAft>
              <a:buNone/>
            </a:pPr>
            <a:r>
              <a:rPr lang="vi-VN" sz="1800" dirty="0">
                <a:solidFill>
                  <a:schemeClr val="dk1"/>
                </a:solidFill>
              </a:rPr>
              <a:t>- Tối ưu tham số, tối ưu lời giải</a:t>
            </a:r>
            <a:endParaRPr sz="1800" dirty="0">
              <a:solidFill>
                <a:schemeClr val="dk1"/>
              </a:solidFill>
            </a:endParaRPr>
          </a:p>
        </p:txBody>
      </p:sp>
    </p:spTree>
    <p:extLst>
      <p:ext uri="{BB962C8B-B14F-4D97-AF65-F5344CB8AC3E}">
        <p14:creationId xmlns:p14="http://schemas.microsoft.com/office/powerpoint/2010/main" val="12049861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11"/>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20</a:t>
            </a:fld>
            <a:endParaRPr/>
          </a:p>
        </p:txBody>
      </p:sp>
      <p:sp>
        <p:nvSpPr>
          <p:cNvPr id="199" name="Google Shape;199;p11"/>
          <p:cNvSpPr txBox="1"/>
          <p:nvPr/>
        </p:nvSpPr>
        <p:spPr>
          <a:xfrm>
            <a:off x="4181094" y="3021991"/>
            <a:ext cx="4197975" cy="814017"/>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C00000"/>
              </a:buClr>
              <a:buSzPts val="4800"/>
              <a:buFont typeface="Lato"/>
              <a:buNone/>
            </a:pPr>
            <a:r>
              <a:rPr lang="en-US" sz="4800" b="1">
                <a:solidFill>
                  <a:srgbClr val="C00000"/>
                </a:solidFill>
                <a:latin typeface="Lato"/>
                <a:ea typeface="Lato"/>
                <a:cs typeface="Lato"/>
                <a:sym typeface="Lato"/>
              </a:rPr>
              <a:t>THANK YOU !</a:t>
            </a:r>
            <a:endParaRPr/>
          </a:p>
        </p:txBody>
      </p:sp>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253</TotalTime>
  <Words>2118</Words>
  <Application>Microsoft Office PowerPoint</Application>
  <PresentationFormat>On-screen Show (4:3)</PresentationFormat>
  <Paragraphs>188</Paragraphs>
  <Slides>20</Slides>
  <Notes>20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Cambria Math</vt:lpstr>
      <vt:lpstr>Lato</vt:lpstr>
      <vt:lpstr>Courier New</vt:lpstr>
      <vt:lpstr>Wingdings</vt:lpstr>
      <vt:lpstr>Calibri</vt:lpstr>
      <vt:lpstr>Office Theme</vt:lpstr>
      <vt:lpstr>PowerPoint Presentation</vt:lpstr>
      <vt:lpstr>PowerPoint Presentation</vt:lpstr>
      <vt:lpstr>Giới thiệu bài toán</vt:lpstr>
      <vt:lpstr>Bộ dữ liệu: Bộ dữ liệu Hustack cho bài toán TSP-TW</vt:lpstr>
      <vt:lpstr>Các thuật toán đã áp dụng</vt:lpstr>
      <vt:lpstr>Chiến thuật khởi tạo tham lam</vt:lpstr>
      <vt:lpstr>Lựa chọn toán tử </vt:lpstr>
      <vt:lpstr>Sử dụng toán tử linh hoạt cho GA</vt:lpstr>
      <vt:lpstr>Chiến thuật tăng cường lời giải cho GA</vt:lpstr>
      <vt:lpstr>Chiến thuật tăng cường lời giải cho GA</vt:lpstr>
      <vt:lpstr>Chiến thuật tăng cường lời giải cho GA</vt:lpstr>
      <vt:lpstr>Chiến thuật tăng cường lời giải cho GA</vt:lpstr>
      <vt:lpstr>Giải thuật GP</vt:lpstr>
      <vt:lpstr>8. PSO</vt:lpstr>
      <vt:lpstr>8. PSO</vt:lpstr>
      <vt:lpstr>8. GA - PSO</vt:lpstr>
      <vt:lpstr>8. Chạy demo</vt:lpstr>
      <vt:lpstr>8. EPSO</vt:lpstr>
      <vt:lpstr>Kế hoạch dự kiến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Phong TT &amp; QTTH</dc:creator>
  <cp:lastModifiedBy>An Phạm</cp:lastModifiedBy>
  <cp:revision>17</cp:revision>
  <dcterms:created xsi:type="dcterms:W3CDTF">2021-05-28T04:32:29Z</dcterms:created>
  <dcterms:modified xsi:type="dcterms:W3CDTF">2025-12-02T07:54:03Z</dcterms:modified>
</cp:coreProperties>
</file>