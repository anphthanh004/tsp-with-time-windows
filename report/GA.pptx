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13"/>
  </p:notesMasterIdLst>
  <p:handoutMasterIdLst>
    <p:handoutMasterId r:id="rId14"/>
  </p:handoutMasterIdLst>
  <p:sldIdLst>
    <p:sldId id="275" r:id="rId2"/>
    <p:sldId id="257" r:id="rId3"/>
    <p:sldId id="265" r:id="rId4"/>
    <p:sldId id="276" r:id="rId5"/>
    <p:sldId id="277" r:id="rId6"/>
    <p:sldId id="278" r:id="rId7"/>
    <p:sldId id="279" r:id="rId8"/>
    <p:sldId id="280" r:id="rId9"/>
    <p:sldId id="281" r:id="rId10"/>
    <p:sldId id="282" r:id="rId11"/>
    <p:sldId id="269"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A5CA6F-80E9-4AEB-9BAE-461D133A216B}" v="55" dt="2025-11-04T06:28:37.0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p:cViewPr>
        <p:scale>
          <a:sx n="75" d="100"/>
          <a:sy n="75" d="100"/>
        </p:scale>
        <p:origin x="1004"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 Phạm" userId="5539acd511301c6e" providerId="LiveId" clId="{816CB7A3-EDD9-4D33-BF8B-DFC86493A054}"/>
    <pc:docChg chg="undo custSel addSld delSld modSld">
      <pc:chgData name="An Phạm" userId="5539acd511301c6e" providerId="LiveId" clId="{816CB7A3-EDD9-4D33-BF8B-DFC86493A054}" dt="2025-11-04T06:29:08.508" v="2353" actId="47"/>
      <pc:docMkLst>
        <pc:docMk/>
      </pc:docMkLst>
      <pc:sldChg chg="modSp mod">
        <pc:chgData name="An Phạm" userId="5539acd511301c6e" providerId="LiveId" clId="{816CB7A3-EDD9-4D33-BF8B-DFC86493A054}" dt="2025-11-04T05:00:23.404" v="92" actId="20577"/>
        <pc:sldMkLst>
          <pc:docMk/>
          <pc:sldMk cId="743172911" sldId="257"/>
        </pc:sldMkLst>
        <pc:spChg chg="mod">
          <ac:chgData name="An Phạm" userId="5539acd511301c6e" providerId="LiveId" clId="{816CB7A3-EDD9-4D33-BF8B-DFC86493A054}" dt="2025-11-04T04:59:58.230" v="37" actId="20577"/>
          <ac:spMkLst>
            <pc:docMk/>
            <pc:sldMk cId="743172911" sldId="257"/>
            <ac:spMk id="11" creationId="{FF8BDF70-CFA6-4031-86B7-31F910D8115D}"/>
          </ac:spMkLst>
        </pc:spChg>
        <pc:spChg chg="mod">
          <ac:chgData name="An Phạm" userId="5539acd511301c6e" providerId="LiveId" clId="{816CB7A3-EDD9-4D33-BF8B-DFC86493A054}" dt="2025-11-04T05:00:23.404" v="92" actId="20577"/>
          <ac:spMkLst>
            <pc:docMk/>
            <pc:sldMk cId="743172911" sldId="257"/>
            <ac:spMk id="12" creationId="{A4ACF486-B7D8-4A5A-B633-83527A2F99E2}"/>
          </ac:spMkLst>
        </pc:spChg>
      </pc:sldChg>
      <pc:sldChg chg="del">
        <pc:chgData name="An Phạm" userId="5539acd511301c6e" providerId="LiveId" clId="{816CB7A3-EDD9-4D33-BF8B-DFC86493A054}" dt="2025-11-04T06:28:58.674" v="2346" actId="47"/>
        <pc:sldMkLst>
          <pc:docMk/>
          <pc:sldMk cId="64084651" sldId="261"/>
        </pc:sldMkLst>
      </pc:sldChg>
      <pc:sldChg chg="modSp mod">
        <pc:chgData name="An Phạm" userId="5539acd511301c6e" providerId="LiveId" clId="{816CB7A3-EDD9-4D33-BF8B-DFC86493A054}" dt="2025-11-04T05:01:34.847" v="137" actId="20577"/>
        <pc:sldMkLst>
          <pc:docMk/>
          <pc:sldMk cId="292364014" sldId="265"/>
        </pc:sldMkLst>
        <pc:spChg chg="mod">
          <ac:chgData name="An Phạm" userId="5539acd511301c6e" providerId="LiveId" clId="{816CB7A3-EDD9-4D33-BF8B-DFC86493A054}" dt="2025-11-04T05:00:38.213" v="130" actId="20577"/>
          <ac:spMkLst>
            <pc:docMk/>
            <pc:sldMk cId="292364014" sldId="265"/>
            <ac:spMk id="3" creationId="{9EF27CAA-32BA-4E6B-B8C0-1A481E08E81D}"/>
          </ac:spMkLst>
        </pc:spChg>
        <pc:spChg chg="mod">
          <ac:chgData name="An Phạm" userId="5539acd511301c6e" providerId="LiveId" clId="{816CB7A3-EDD9-4D33-BF8B-DFC86493A054}" dt="2025-11-04T05:01:34.847" v="137" actId="20577"/>
          <ac:spMkLst>
            <pc:docMk/>
            <pc:sldMk cId="292364014" sldId="265"/>
            <ac:spMk id="4" creationId="{59563378-38F8-4CB3-AF99-2C56FCF55404}"/>
          </ac:spMkLst>
        </pc:spChg>
      </pc:sldChg>
      <pc:sldChg chg="del">
        <pc:chgData name="An Phạm" userId="5539acd511301c6e" providerId="LiveId" clId="{816CB7A3-EDD9-4D33-BF8B-DFC86493A054}" dt="2025-11-04T06:29:00.030" v="2347" actId="47"/>
        <pc:sldMkLst>
          <pc:docMk/>
          <pc:sldMk cId="2751358436" sldId="266"/>
        </pc:sldMkLst>
      </pc:sldChg>
      <pc:sldChg chg="del">
        <pc:chgData name="An Phạm" userId="5539acd511301c6e" providerId="LiveId" clId="{816CB7A3-EDD9-4D33-BF8B-DFC86493A054}" dt="2025-11-04T06:29:08.508" v="2353" actId="47"/>
        <pc:sldMkLst>
          <pc:docMk/>
          <pc:sldMk cId="3194012731" sldId="267"/>
        </pc:sldMkLst>
      </pc:sldChg>
      <pc:sldChg chg="del">
        <pc:chgData name="An Phạm" userId="5539acd511301c6e" providerId="LiveId" clId="{816CB7A3-EDD9-4D33-BF8B-DFC86493A054}" dt="2025-11-04T06:29:01.367" v="2348" actId="47"/>
        <pc:sldMkLst>
          <pc:docMk/>
          <pc:sldMk cId="1341840600" sldId="270"/>
        </pc:sldMkLst>
      </pc:sldChg>
      <pc:sldChg chg="del">
        <pc:chgData name="An Phạm" userId="5539acd511301c6e" providerId="LiveId" clId="{816CB7A3-EDD9-4D33-BF8B-DFC86493A054}" dt="2025-11-04T06:29:02.970" v="2349" actId="47"/>
        <pc:sldMkLst>
          <pc:docMk/>
          <pc:sldMk cId="3651498809" sldId="271"/>
        </pc:sldMkLst>
      </pc:sldChg>
      <pc:sldChg chg="del">
        <pc:chgData name="An Phạm" userId="5539acd511301c6e" providerId="LiveId" clId="{816CB7A3-EDD9-4D33-BF8B-DFC86493A054}" dt="2025-11-04T06:29:07.309" v="2352" actId="47"/>
        <pc:sldMkLst>
          <pc:docMk/>
          <pc:sldMk cId="644728685" sldId="272"/>
        </pc:sldMkLst>
      </pc:sldChg>
      <pc:sldChg chg="del">
        <pc:chgData name="An Phạm" userId="5539acd511301c6e" providerId="LiveId" clId="{816CB7A3-EDD9-4D33-BF8B-DFC86493A054}" dt="2025-11-04T06:29:04.349" v="2350" actId="47"/>
        <pc:sldMkLst>
          <pc:docMk/>
          <pc:sldMk cId="2581069546" sldId="273"/>
        </pc:sldMkLst>
      </pc:sldChg>
      <pc:sldChg chg="del">
        <pc:chgData name="An Phạm" userId="5539acd511301c6e" providerId="LiveId" clId="{816CB7A3-EDD9-4D33-BF8B-DFC86493A054}" dt="2025-11-04T06:29:05.682" v="2351" actId="47"/>
        <pc:sldMkLst>
          <pc:docMk/>
          <pc:sldMk cId="1130957413" sldId="274"/>
        </pc:sldMkLst>
      </pc:sldChg>
      <pc:sldChg chg="del">
        <pc:chgData name="An Phạm" userId="5539acd511301c6e" providerId="LiveId" clId="{816CB7A3-EDD9-4D33-BF8B-DFC86493A054}" dt="2025-11-04T05:00:27.114" v="93" actId="47"/>
        <pc:sldMkLst>
          <pc:docMk/>
          <pc:sldMk cId="945003436" sldId="276"/>
        </pc:sldMkLst>
      </pc:sldChg>
      <pc:sldChg chg="modSp add mod">
        <pc:chgData name="An Phạm" userId="5539acd511301c6e" providerId="LiveId" clId="{816CB7A3-EDD9-4D33-BF8B-DFC86493A054}" dt="2025-11-04T05:10:45.100" v="1780" actId="12"/>
        <pc:sldMkLst>
          <pc:docMk/>
          <pc:sldMk cId="2668278468" sldId="276"/>
        </pc:sldMkLst>
        <pc:spChg chg="mod">
          <ac:chgData name="An Phạm" userId="5539acd511301c6e" providerId="LiveId" clId="{816CB7A3-EDD9-4D33-BF8B-DFC86493A054}" dt="2025-11-04T05:02:06.811" v="192" actId="20577"/>
          <ac:spMkLst>
            <pc:docMk/>
            <pc:sldMk cId="2668278468" sldId="276"/>
            <ac:spMk id="3" creationId="{35416F86-7ED9-7B23-CE6D-B6BE95837C42}"/>
          </ac:spMkLst>
        </pc:spChg>
        <pc:spChg chg="mod">
          <ac:chgData name="An Phạm" userId="5539acd511301c6e" providerId="LiveId" clId="{816CB7A3-EDD9-4D33-BF8B-DFC86493A054}" dt="2025-11-04T05:10:45.100" v="1780" actId="12"/>
          <ac:spMkLst>
            <pc:docMk/>
            <pc:sldMk cId="2668278468" sldId="276"/>
            <ac:spMk id="4" creationId="{862987B5-D935-4916-1854-030149448494}"/>
          </ac:spMkLst>
        </pc:spChg>
      </pc:sldChg>
      <pc:sldChg chg="modSp add mod">
        <pc:chgData name="An Phạm" userId="5539acd511301c6e" providerId="LiveId" clId="{816CB7A3-EDD9-4D33-BF8B-DFC86493A054}" dt="2025-11-04T05:48:56.122" v="2037" actId="20577"/>
        <pc:sldMkLst>
          <pc:docMk/>
          <pc:sldMk cId="3031922910" sldId="277"/>
        </pc:sldMkLst>
        <pc:spChg chg="mod">
          <ac:chgData name="An Phạm" userId="5539acd511301c6e" providerId="LiveId" clId="{816CB7A3-EDD9-4D33-BF8B-DFC86493A054}" dt="2025-11-04T05:11:03.452" v="1818" actId="20577"/>
          <ac:spMkLst>
            <pc:docMk/>
            <pc:sldMk cId="3031922910" sldId="277"/>
            <ac:spMk id="3" creationId="{E28ABC28-5C43-4A8E-66F8-6C971A8056C9}"/>
          </ac:spMkLst>
        </pc:spChg>
        <pc:spChg chg="mod">
          <ac:chgData name="An Phạm" userId="5539acd511301c6e" providerId="LiveId" clId="{816CB7A3-EDD9-4D33-BF8B-DFC86493A054}" dt="2025-11-04T05:48:56.122" v="2037" actId="20577"/>
          <ac:spMkLst>
            <pc:docMk/>
            <pc:sldMk cId="3031922910" sldId="277"/>
            <ac:spMk id="4" creationId="{70E6CD5A-26B6-AF43-B667-AE7ECE98C6AC}"/>
          </ac:spMkLst>
        </pc:spChg>
      </pc:sldChg>
      <pc:sldChg chg="modSp add mod">
        <pc:chgData name="An Phạm" userId="5539acd511301c6e" providerId="LiveId" clId="{816CB7A3-EDD9-4D33-BF8B-DFC86493A054}" dt="2025-11-04T06:02:32.508" v="2092" actId="20577"/>
        <pc:sldMkLst>
          <pc:docMk/>
          <pc:sldMk cId="1461763587" sldId="278"/>
        </pc:sldMkLst>
        <pc:spChg chg="mod">
          <ac:chgData name="An Phạm" userId="5539acd511301c6e" providerId="LiveId" clId="{816CB7A3-EDD9-4D33-BF8B-DFC86493A054}" dt="2025-11-04T06:00:35.993" v="2063" actId="20577"/>
          <ac:spMkLst>
            <pc:docMk/>
            <pc:sldMk cId="1461763587" sldId="278"/>
            <ac:spMk id="3" creationId="{D4D07E72-2A2A-21CB-708B-952BDB44FC1B}"/>
          </ac:spMkLst>
        </pc:spChg>
        <pc:spChg chg="mod">
          <ac:chgData name="An Phạm" userId="5539acd511301c6e" providerId="LiveId" clId="{816CB7A3-EDD9-4D33-BF8B-DFC86493A054}" dt="2025-11-04T06:02:32.508" v="2092" actId="20577"/>
          <ac:spMkLst>
            <pc:docMk/>
            <pc:sldMk cId="1461763587" sldId="278"/>
            <ac:spMk id="4" creationId="{4BBBD9F5-5E7E-25F9-297B-DA6A83CEF45E}"/>
          </ac:spMkLst>
        </pc:spChg>
      </pc:sldChg>
      <pc:sldChg chg="modSp add mod">
        <pc:chgData name="An Phạm" userId="5539acd511301c6e" providerId="LiveId" clId="{816CB7A3-EDD9-4D33-BF8B-DFC86493A054}" dt="2025-11-04T06:04:33.080" v="2140" actId="20577"/>
        <pc:sldMkLst>
          <pc:docMk/>
          <pc:sldMk cId="14859362" sldId="279"/>
        </pc:sldMkLst>
        <pc:spChg chg="mod">
          <ac:chgData name="An Phạm" userId="5539acd511301c6e" providerId="LiveId" clId="{816CB7A3-EDD9-4D33-BF8B-DFC86493A054}" dt="2025-11-04T06:02:54.151" v="2120" actId="20577"/>
          <ac:spMkLst>
            <pc:docMk/>
            <pc:sldMk cId="14859362" sldId="279"/>
            <ac:spMk id="3" creationId="{332548DB-0D78-E6AF-49C0-5342E959DE21}"/>
          </ac:spMkLst>
        </pc:spChg>
        <pc:spChg chg="mod">
          <ac:chgData name="An Phạm" userId="5539acd511301c6e" providerId="LiveId" clId="{816CB7A3-EDD9-4D33-BF8B-DFC86493A054}" dt="2025-11-04T06:04:33.080" v="2140" actId="20577"/>
          <ac:spMkLst>
            <pc:docMk/>
            <pc:sldMk cId="14859362" sldId="279"/>
            <ac:spMk id="4" creationId="{7BCBC83E-CE6C-A5D3-C5A1-EB64EA970562}"/>
          </ac:spMkLst>
        </pc:spChg>
      </pc:sldChg>
      <pc:sldChg chg="modSp add mod">
        <pc:chgData name="An Phạm" userId="5539acd511301c6e" providerId="LiveId" clId="{816CB7A3-EDD9-4D33-BF8B-DFC86493A054}" dt="2025-11-04T06:11:11.547" v="2226"/>
        <pc:sldMkLst>
          <pc:docMk/>
          <pc:sldMk cId="3989761781" sldId="280"/>
        </pc:sldMkLst>
        <pc:spChg chg="mod">
          <ac:chgData name="An Phạm" userId="5539acd511301c6e" providerId="LiveId" clId="{816CB7A3-EDD9-4D33-BF8B-DFC86493A054}" dt="2025-11-04T06:09:16.496" v="2170" actId="20577"/>
          <ac:spMkLst>
            <pc:docMk/>
            <pc:sldMk cId="3989761781" sldId="280"/>
            <ac:spMk id="3" creationId="{15F7AEE4-192A-6962-9805-2F4C3DD54252}"/>
          </ac:spMkLst>
        </pc:spChg>
        <pc:spChg chg="mod">
          <ac:chgData name="An Phạm" userId="5539acd511301c6e" providerId="LiveId" clId="{816CB7A3-EDD9-4D33-BF8B-DFC86493A054}" dt="2025-11-04T06:11:11.547" v="2226"/>
          <ac:spMkLst>
            <pc:docMk/>
            <pc:sldMk cId="3989761781" sldId="280"/>
            <ac:spMk id="4" creationId="{DC4C1259-6E3F-36AC-AD02-9E12E5E2B2FC}"/>
          </ac:spMkLst>
        </pc:spChg>
      </pc:sldChg>
      <pc:sldChg chg="addSp delSp modSp add mod">
        <pc:chgData name="An Phạm" userId="5539acd511301c6e" providerId="LiveId" clId="{816CB7A3-EDD9-4D33-BF8B-DFC86493A054}" dt="2025-11-04T06:18:52.347" v="2287"/>
        <pc:sldMkLst>
          <pc:docMk/>
          <pc:sldMk cId="931041538" sldId="281"/>
        </pc:sldMkLst>
        <pc:spChg chg="mod">
          <ac:chgData name="An Phạm" userId="5539acd511301c6e" providerId="LiveId" clId="{816CB7A3-EDD9-4D33-BF8B-DFC86493A054}" dt="2025-11-04T06:11:36.765" v="2247" actId="20577"/>
          <ac:spMkLst>
            <pc:docMk/>
            <pc:sldMk cId="931041538" sldId="281"/>
            <ac:spMk id="3" creationId="{4A92D57F-4463-8DC8-C3D4-2CE6753C04AC}"/>
          </ac:spMkLst>
        </pc:spChg>
        <pc:spChg chg="del mod">
          <ac:chgData name="An Phạm" userId="5539acd511301c6e" providerId="LiveId" clId="{816CB7A3-EDD9-4D33-BF8B-DFC86493A054}" dt="2025-11-04T06:15:44.957" v="2251" actId="478"/>
          <ac:spMkLst>
            <pc:docMk/>
            <pc:sldMk cId="931041538" sldId="281"/>
            <ac:spMk id="4" creationId="{FF6F81EA-054D-A7DB-D947-50493FCECC38}"/>
          </ac:spMkLst>
        </pc:spChg>
        <pc:spChg chg="add del mod">
          <ac:chgData name="An Phạm" userId="5539acd511301c6e" providerId="LiveId" clId="{816CB7A3-EDD9-4D33-BF8B-DFC86493A054}" dt="2025-11-04T06:18:52.347" v="2287"/>
          <ac:spMkLst>
            <pc:docMk/>
            <pc:sldMk cId="931041538" sldId="281"/>
            <ac:spMk id="7" creationId="{F4D9796C-2BC3-C845-72C9-99D96A4042D2}"/>
          </ac:spMkLst>
        </pc:spChg>
        <pc:spChg chg="add mod">
          <ac:chgData name="An Phạm" userId="5539acd511301c6e" providerId="LiveId" clId="{816CB7A3-EDD9-4D33-BF8B-DFC86493A054}" dt="2025-11-04T06:18:18.151" v="2284" actId="1076"/>
          <ac:spMkLst>
            <pc:docMk/>
            <pc:sldMk cId="931041538" sldId="281"/>
            <ac:spMk id="8" creationId="{7B515A9E-10BA-0338-B513-BC829D6D2888}"/>
          </ac:spMkLst>
        </pc:spChg>
        <pc:spChg chg="add del mod">
          <ac:chgData name="An Phạm" userId="5539acd511301c6e" providerId="LiveId" clId="{816CB7A3-EDD9-4D33-BF8B-DFC86493A054}" dt="2025-11-04T06:18:03.465" v="2281"/>
          <ac:spMkLst>
            <pc:docMk/>
            <pc:sldMk cId="931041538" sldId="281"/>
            <ac:spMk id="9" creationId="{F57A653F-91CF-3DEC-45D0-FB1AF3B304E5}"/>
          </ac:spMkLst>
        </pc:spChg>
        <pc:picChg chg="add del mod">
          <ac:chgData name="An Phạm" userId="5539acd511301c6e" providerId="LiveId" clId="{816CB7A3-EDD9-4D33-BF8B-DFC86493A054}" dt="2025-11-04T06:17:16.167" v="2273" actId="478"/>
          <ac:picMkLst>
            <pc:docMk/>
            <pc:sldMk cId="931041538" sldId="281"/>
            <ac:picMk id="6" creationId="{79B8E3B1-D9D5-D426-B088-EF51EDC726C4}"/>
          </ac:picMkLst>
        </pc:picChg>
        <pc:picChg chg="add mod">
          <ac:chgData name="An Phạm" userId="5539acd511301c6e" providerId="LiveId" clId="{816CB7A3-EDD9-4D33-BF8B-DFC86493A054}" dt="2025-11-04T06:18:15.514" v="2283" actId="1076"/>
          <ac:picMkLst>
            <pc:docMk/>
            <pc:sldMk cId="931041538" sldId="281"/>
            <ac:picMk id="11" creationId="{F31C70A8-B538-9340-BFD2-72721D6E3CD6}"/>
          </ac:picMkLst>
        </pc:picChg>
      </pc:sldChg>
      <pc:sldChg chg="addSp delSp modSp add mod">
        <pc:chgData name="An Phạm" userId="5539acd511301c6e" providerId="LiveId" clId="{816CB7A3-EDD9-4D33-BF8B-DFC86493A054}" dt="2025-11-04T06:28:39.742" v="2345" actId="1076"/>
        <pc:sldMkLst>
          <pc:docMk/>
          <pc:sldMk cId="3903957097" sldId="282"/>
        </pc:sldMkLst>
        <pc:spChg chg="mod">
          <ac:chgData name="An Phạm" userId="5539acd511301c6e" providerId="LiveId" clId="{816CB7A3-EDD9-4D33-BF8B-DFC86493A054}" dt="2025-11-04T06:23:30.724" v="2305" actId="14100"/>
          <ac:spMkLst>
            <pc:docMk/>
            <pc:sldMk cId="3903957097" sldId="282"/>
            <ac:spMk id="7" creationId="{62273B57-F705-692E-CBF3-3373F943F3D1}"/>
          </ac:spMkLst>
        </pc:spChg>
        <pc:spChg chg="del mod">
          <ac:chgData name="An Phạm" userId="5539acd511301c6e" providerId="LiveId" clId="{816CB7A3-EDD9-4D33-BF8B-DFC86493A054}" dt="2025-11-04T06:19:18.298" v="2292"/>
          <ac:spMkLst>
            <pc:docMk/>
            <pc:sldMk cId="3903957097" sldId="282"/>
            <ac:spMk id="8" creationId="{29A5C82B-124F-27C6-8647-D80A28E57D58}"/>
          </ac:spMkLst>
        </pc:spChg>
        <pc:spChg chg="add mod">
          <ac:chgData name="An Phạm" userId="5539acd511301c6e" providerId="LiveId" clId="{816CB7A3-EDD9-4D33-BF8B-DFC86493A054}" dt="2025-11-04T06:24:07.072" v="2328" actId="1076"/>
          <ac:spMkLst>
            <pc:docMk/>
            <pc:sldMk cId="3903957097" sldId="282"/>
            <ac:spMk id="9" creationId="{0BB72A33-2E82-7F34-8F84-CB99652D1443}"/>
          </ac:spMkLst>
        </pc:spChg>
        <pc:spChg chg="add mod">
          <ac:chgData name="An Phạm" userId="5539acd511301c6e" providerId="LiveId" clId="{816CB7A3-EDD9-4D33-BF8B-DFC86493A054}" dt="2025-11-04T06:28:39.742" v="2345" actId="1076"/>
          <ac:spMkLst>
            <pc:docMk/>
            <pc:sldMk cId="3903957097" sldId="282"/>
            <ac:spMk id="12" creationId="{6A90D9E3-9962-D538-425F-149B8BED9953}"/>
          </ac:spMkLst>
        </pc:spChg>
        <pc:picChg chg="add mod">
          <ac:chgData name="An Phạm" userId="5539acd511301c6e" providerId="LiveId" clId="{816CB7A3-EDD9-4D33-BF8B-DFC86493A054}" dt="2025-11-04T06:27:41.431" v="2342" actId="14100"/>
          <ac:picMkLst>
            <pc:docMk/>
            <pc:sldMk cId="3903957097" sldId="282"/>
            <ac:picMk id="5" creationId="{4E09B9F8-564D-2564-3CAB-B48EB5426AB8}"/>
          </ac:picMkLst>
        </pc:picChg>
        <pc:picChg chg="mod">
          <ac:chgData name="An Phạm" userId="5539acd511301c6e" providerId="LiveId" clId="{816CB7A3-EDD9-4D33-BF8B-DFC86493A054}" dt="2025-11-04T06:27:34.738" v="2340" actId="14100"/>
          <ac:picMkLst>
            <pc:docMk/>
            <pc:sldMk cId="3903957097" sldId="282"/>
            <ac:picMk id="6" creationId="{CD0D9B51-C88E-5E80-74AD-44004DE3B06F}"/>
          </ac:picMkLst>
        </pc:picChg>
        <pc:picChg chg="add mod">
          <ac:chgData name="An Phạm" userId="5539acd511301c6e" providerId="LiveId" clId="{816CB7A3-EDD9-4D33-BF8B-DFC86493A054}" dt="2025-11-04T06:27:38.902" v="2341" actId="14100"/>
          <ac:picMkLst>
            <pc:docMk/>
            <pc:sldMk cId="3903957097" sldId="282"/>
            <ac:picMk id="11" creationId="{F9B65903-CD04-7FBB-E6F3-ABBC42D38027}"/>
          </ac:picMkLst>
        </pc:picChg>
      </pc:sldChg>
      <pc:sldMasterChg chg="delSldLayout">
        <pc:chgData name="An Phạm" userId="5539acd511301c6e" providerId="LiveId" clId="{816CB7A3-EDD9-4D33-BF8B-DFC86493A054}" dt="2025-11-04T06:29:08.508" v="2353" actId="47"/>
        <pc:sldMasterMkLst>
          <pc:docMk/>
          <pc:sldMasterMk cId="2819895280" sldId="2147483658"/>
        </pc:sldMasterMkLst>
        <pc:sldLayoutChg chg="del">
          <pc:chgData name="An Phạm" userId="5539acd511301c6e" providerId="LiveId" clId="{816CB7A3-EDD9-4D33-BF8B-DFC86493A054}" dt="2025-11-04T05:00:27.114" v="93" actId="47"/>
          <pc:sldLayoutMkLst>
            <pc:docMk/>
            <pc:sldMasterMk cId="2819895280" sldId="2147483658"/>
            <pc:sldLayoutMk cId="678804056" sldId="2147483671"/>
          </pc:sldLayoutMkLst>
        </pc:sldLayoutChg>
        <pc:sldLayoutChg chg="del">
          <pc:chgData name="An Phạm" userId="5539acd511301c6e" providerId="LiveId" clId="{816CB7A3-EDD9-4D33-BF8B-DFC86493A054}" dt="2025-11-04T06:28:58.674" v="2346" actId="47"/>
          <pc:sldLayoutMkLst>
            <pc:docMk/>
            <pc:sldMasterMk cId="2819895280" sldId="2147483658"/>
            <pc:sldLayoutMk cId="314880910" sldId="2147483674"/>
          </pc:sldLayoutMkLst>
        </pc:sldLayoutChg>
        <pc:sldLayoutChg chg="del">
          <pc:chgData name="An Phạm" userId="5539acd511301c6e" providerId="LiveId" clId="{816CB7A3-EDD9-4D33-BF8B-DFC86493A054}" dt="2025-11-04T06:29:00.030" v="2347" actId="47"/>
          <pc:sldLayoutMkLst>
            <pc:docMk/>
            <pc:sldMasterMk cId="2819895280" sldId="2147483658"/>
            <pc:sldLayoutMk cId="1617985775" sldId="2147483675"/>
          </pc:sldLayoutMkLst>
        </pc:sldLayoutChg>
        <pc:sldLayoutChg chg="del">
          <pc:chgData name="An Phạm" userId="5539acd511301c6e" providerId="LiveId" clId="{816CB7A3-EDD9-4D33-BF8B-DFC86493A054}" dt="2025-11-04T06:29:08.508" v="2353" actId="47"/>
          <pc:sldLayoutMkLst>
            <pc:docMk/>
            <pc:sldMasterMk cId="2819895280" sldId="2147483658"/>
            <pc:sldLayoutMk cId="3313388757" sldId="2147483676"/>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11/4/2025</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11/4/2025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9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11/4/2025</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11/4/2025</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11/4/2025</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938540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11/4/2025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11/4/2025</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1629018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11/4/2025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11/4/2025</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0" r:id="rId1"/>
    <p:sldLayoutId id="2147483672" r:id="rId2"/>
    <p:sldLayoutId id="2147483673" r:id="rId3"/>
    <p:sldLayoutId id="2147483683" r:id="rId4"/>
    <p:sldLayoutId id="2147483679" r:id="rId5"/>
    <p:sldLayoutId id="2147483680" r:id="rId6"/>
    <p:sldLayoutId id="2147483681" r:id="rId7"/>
    <p:sldLayoutId id="2147483682" r:id="rId8"/>
    <p:sldLayoutId id="2147483678"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2086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413012" y="2421636"/>
            <a:ext cx="7342482"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vi-VN" dirty="0"/>
              <a:t>TSP with time window</a:t>
            </a:r>
            <a:endParaRPr lang="en-US" dirty="0"/>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413012" y="3567622"/>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vi-VN" sz="2800" b="0" dirty="0"/>
              <a:t>Group 5</a:t>
            </a:r>
          </a:p>
          <a:p>
            <a:r>
              <a:rPr lang="vi-VN" sz="2800" b="0" dirty="0"/>
              <a:t>Genetic Algorithm solution</a:t>
            </a:r>
            <a:endParaRPr lang="en-US" sz="2800" b="0" dirty="0"/>
          </a:p>
          <a:p>
            <a:endParaRPr lang="en-US" sz="2800" b="0" dirty="0"/>
          </a:p>
          <a:p>
            <a:endParaRPr lang="en-US" sz="2800" b="0" dirty="0"/>
          </a:p>
          <a:p>
            <a:endParaRPr lang="en-US" sz="2800" b="0" dirty="0"/>
          </a:p>
        </p:txBody>
      </p:sp>
    </p:spTree>
    <p:extLst>
      <p:ext uri="{BB962C8B-B14F-4D97-AF65-F5344CB8AC3E}">
        <p14:creationId xmlns:p14="http://schemas.microsoft.com/office/powerpoint/2010/main" val="743172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3</a:t>
            </a:fld>
            <a:endParaRPr lang="en-US" dirty="0"/>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p:txBody>
          <a:bodyPr/>
          <a:lstStyle/>
          <a:p>
            <a:r>
              <a:rPr lang="vi-VN" dirty="0"/>
              <a:t>1. Giới thiệu bài toán</a:t>
            </a:r>
            <a:endParaRPr lang="en-US" dirty="0"/>
          </a:p>
        </p:txBody>
      </p:sp>
      <p:sp>
        <p:nvSpPr>
          <p:cNvPr id="4" name="Content Placeholder 3">
            <a:extLst>
              <a:ext uri="{FF2B5EF4-FFF2-40B4-BE49-F238E27FC236}">
                <a16:creationId xmlns:a16="http://schemas.microsoft.com/office/drawing/2014/main" id="{59563378-38F8-4CB3-AF99-2C56FCF55404}"/>
              </a:ext>
            </a:extLst>
          </p:cNvPr>
          <p:cNvSpPr>
            <a:spLocks noGrp="1"/>
          </p:cNvSpPr>
          <p:nvPr>
            <p:ph sz="quarter" idx="13"/>
          </p:nvPr>
        </p:nvSpPr>
        <p:spPr/>
        <p:txBody>
          <a:bodyPr/>
          <a:lstStyle/>
          <a:p>
            <a:endParaRPr lang="vi-VN" sz="2400" dirty="0"/>
          </a:p>
          <a:p>
            <a:r>
              <a:rPr lang="vi-VN" sz="2400" dirty="0"/>
              <a:t>Một nhân viên giao hàng lấy hàng ở kho (điểm 0) và cần đi giao hàng cho N khách hàng 1,2,…, N. </a:t>
            </a:r>
          </a:p>
          <a:p>
            <a:r>
              <a:rPr lang="vi-VN" sz="2400" dirty="0"/>
              <a:t>Khách hàng i nằm ở điểm i và có yêu cầu giao hàng trong khoảng thời gian từ `e(i)` đến `l(i)` và giao hàng hết `d(i)`  đơn vị thời gian (s). Biết rằng  `t(i,j)` là thời gian di  chuyển từ điểm i đến điểm j. </a:t>
            </a:r>
          </a:p>
          <a:p>
            <a:r>
              <a:rPr lang="vi-VN" sz="2400" dirty="0"/>
              <a:t>Nhân viên giao hàng xuất phát từ kho tại thời điểm t0, hãy tính toán lộ trình giao hàng cho nhân viên giao hàng sao cho tổng thời gian di chuyển là ngắn nhất.</a:t>
            </a:r>
          </a:p>
          <a:p>
            <a:r>
              <a:rPr lang="vi-VN" sz="2400" dirty="0"/>
              <a:t>- Each solution is represented by a permutation s[1], s[2], . . ., s[N] of 1, 2, . . ., N.</a:t>
            </a:r>
          </a:p>
          <a:p>
            <a:endParaRPr lang="en-US" sz="2400" dirty="0"/>
          </a:p>
        </p:txBody>
      </p:sp>
    </p:spTree>
    <p:extLst>
      <p:ext uri="{BB962C8B-B14F-4D97-AF65-F5344CB8AC3E}">
        <p14:creationId xmlns:p14="http://schemas.microsoft.com/office/powerpoint/2010/main" val="292364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23DAA-22C4-7F0C-BE55-399993F03CF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AC60A6-513B-BFF0-4DDF-9AAC829FD884}"/>
              </a:ext>
            </a:extLst>
          </p:cNvPr>
          <p:cNvSpPr>
            <a:spLocks noGrp="1"/>
          </p:cNvSpPr>
          <p:nvPr>
            <p:ph type="sldNum" sz="quarter" idx="12"/>
          </p:nvPr>
        </p:nvSpPr>
        <p:spPr/>
        <p:txBody>
          <a:bodyPr/>
          <a:lstStyle/>
          <a:p>
            <a:fld id="{9EA0BE3B-158A-4EDF-80DC-E394A0D1600F}" type="slidenum">
              <a:rPr lang="en-US" smtClean="0"/>
              <a:pPr/>
              <a:t>4</a:t>
            </a:fld>
            <a:endParaRPr lang="en-US" dirty="0"/>
          </a:p>
        </p:txBody>
      </p:sp>
      <p:sp>
        <p:nvSpPr>
          <p:cNvPr id="3" name="Title 2">
            <a:extLst>
              <a:ext uri="{FF2B5EF4-FFF2-40B4-BE49-F238E27FC236}">
                <a16:creationId xmlns:a16="http://schemas.microsoft.com/office/drawing/2014/main" id="{35416F86-7ED9-7B23-CE6D-B6BE95837C42}"/>
              </a:ext>
            </a:extLst>
          </p:cNvPr>
          <p:cNvSpPr>
            <a:spLocks noGrp="1"/>
          </p:cNvSpPr>
          <p:nvPr>
            <p:ph type="title"/>
          </p:nvPr>
        </p:nvSpPr>
        <p:spPr/>
        <p:txBody>
          <a:bodyPr/>
          <a:lstStyle/>
          <a:p>
            <a:r>
              <a:rPr lang="vi-VN" dirty="0"/>
              <a:t>2. Biểu diễn bài toán</a:t>
            </a:r>
            <a:endParaRPr lang="en-US" dirty="0"/>
          </a:p>
        </p:txBody>
      </p:sp>
      <p:sp>
        <p:nvSpPr>
          <p:cNvPr id="4" name="Content Placeholder 3">
            <a:extLst>
              <a:ext uri="{FF2B5EF4-FFF2-40B4-BE49-F238E27FC236}">
                <a16:creationId xmlns:a16="http://schemas.microsoft.com/office/drawing/2014/main" id="{862987B5-D935-4916-1854-030149448494}"/>
              </a:ext>
            </a:extLst>
          </p:cNvPr>
          <p:cNvSpPr>
            <a:spLocks noGrp="1"/>
          </p:cNvSpPr>
          <p:nvPr>
            <p:ph sz="quarter" idx="13"/>
          </p:nvPr>
        </p:nvSpPr>
        <p:spPr/>
        <p:txBody>
          <a:bodyPr/>
          <a:lstStyle/>
          <a:p>
            <a:r>
              <a:rPr lang="vi-VN" sz="2400" dirty="0"/>
              <a:t>Sử dụng thuật toán GA, coi mỗi lời giải  trong tập lời giải khả thi là một cá thể, một tập lời giải là một quần thể</a:t>
            </a:r>
          </a:p>
          <a:p>
            <a:r>
              <a:rPr lang="vi-VN" sz="2400" dirty="0"/>
              <a:t>Mã hóa lời giải: mã hóa hoán vị </a:t>
            </a:r>
          </a:p>
          <a:p>
            <a:r>
              <a:rPr lang="vi-VN" sz="2400" dirty="0"/>
              <a:t>Đặc điểm của một lời giải:</a:t>
            </a:r>
          </a:p>
          <a:p>
            <a:pPr lvl="1"/>
            <a:r>
              <a:rPr lang="vi-VN" sz="2000" dirty="0"/>
              <a:t>Là một hành trình đi từ thành phố 0 qua các thành phố rồi quay lại</a:t>
            </a:r>
          </a:p>
          <a:p>
            <a:pPr lvl="1"/>
            <a:r>
              <a:rPr lang="vi-VN" sz="2000" dirty="0"/>
              <a:t>Hàm mục tiêu: phục vụ khách  hàng trong thời gian time window của họ (nếu không đến kịp sẽ bị phạt)</a:t>
            </a:r>
          </a:p>
          <a:p>
            <a:pPr lvl="1"/>
            <a:r>
              <a:rPr lang="vi-VN" sz="2000" dirty="0"/>
              <a:t>Giá trị thích nghi (fitness): được biến đổi dựa trên giá trị hàm mục tiêu:</a:t>
            </a:r>
          </a:p>
          <a:p>
            <a:pPr lvl="2"/>
            <a:r>
              <a:rPr lang="vi-VN" sz="1600" dirty="0"/>
              <a:t>Lấy trực tiếp giá trị hàm mục tiêu (lấy nghịch đảo để quy về bài toán maximize)</a:t>
            </a:r>
          </a:p>
          <a:p>
            <a:pPr lvl="2"/>
            <a:r>
              <a:rPr lang="vi-VN" sz="1600" dirty="0"/>
              <a:t>Xếp thứ hạng</a:t>
            </a:r>
          </a:p>
          <a:p>
            <a:pPr lvl="2"/>
            <a:r>
              <a:rPr lang="vi-VN" sz="1600" dirty="0"/>
              <a:t>Kết hợp xếp thứ hạng và độ phân ly (mối quan hệ giữa lời giải này và lời giải khác trong quần thể)</a:t>
            </a:r>
          </a:p>
          <a:p>
            <a:r>
              <a:rPr lang="vi-VN" sz="2400" dirty="0"/>
              <a:t>Đặc điểm quần thể: được biến đổi với các toán tử lai ghép, đột biến, chọn lọc để tạo ra quần thể mới tốt hơn					</a:t>
            </a:r>
          </a:p>
        </p:txBody>
      </p:sp>
    </p:spTree>
    <p:extLst>
      <p:ext uri="{BB962C8B-B14F-4D97-AF65-F5344CB8AC3E}">
        <p14:creationId xmlns:p14="http://schemas.microsoft.com/office/powerpoint/2010/main" val="2668278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8E639-EF01-F861-7B79-5E25FACF500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DC9313-DFD5-4D39-0678-5C9F4A4FD36D}"/>
              </a:ext>
            </a:extLst>
          </p:cNvPr>
          <p:cNvSpPr>
            <a:spLocks noGrp="1"/>
          </p:cNvSpPr>
          <p:nvPr>
            <p:ph type="sldNum" sz="quarter" idx="12"/>
          </p:nvPr>
        </p:nvSpPr>
        <p:spPr/>
        <p:txBody>
          <a:bodyPr/>
          <a:lstStyle/>
          <a:p>
            <a:fld id="{9EA0BE3B-158A-4EDF-80DC-E394A0D1600F}" type="slidenum">
              <a:rPr lang="en-US" smtClean="0"/>
              <a:pPr/>
              <a:t>5</a:t>
            </a:fld>
            <a:endParaRPr lang="en-US" dirty="0"/>
          </a:p>
        </p:txBody>
      </p:sp>
      <p:sp>
        <p:nvSpPr>
          <p:cNvPr id="3" name="Title 2">
            <a:extLst>
              <a:ext uri="{FF2B5EF4-FFF2-40B4-BE49-F238E27FC236}">
                <a16:creationId xmlns:a16="http://schemas.microsoft.com/office/drawing/2014/main" id="{E28ABC28-5C43-4A8E-66F8-6C971A8056C9}"/>
              </a:ext>
            </a:extLst>
          </p:cNvPr>
          <p:cNvSpPr>
            <a:spLocks noGrp="1"/>
          </p:cNvSpPr>
          <p:nvPr>
            <p:ph type="title"/>
          </p:nvPr>
        </p:nvSpPr>
        <p:spPr/>
        <p:txBody>
          <a:bodyPr/>
          <a:lstStyle/>
          <a:p>
            <a:r>
              <a:rPr lang="vi-VN" dirty="0"/>
              <a:t>3. Chiến lược chọn cha mẹ</a:t>
            </a:r>
            <a:endParaRPr lang="en-US" dirty="0"/>
          </a:p>
        </p:txBody>
      </p:sp>
      <p:sp>
        <p:nvSpPr>
          <p:cNvPr id="4" name="Content Placeholder 3">
            <a:extLst>
              <a:ext uri="{FF2B5EF4-FFF2-40B4-BE49-F238E27FC236}">
                <a16:creationId xmlns:a16="http://schemas.microsoft.com/office/drawing/2014/main" id="{70E6CD5A-26B6-AF43-B667-AE7ECE98C6AC}"/>
              </a:ext>
            </a:extLst>
          </p:cNvPr>
          <p:cNvSpPr>
            <a:spLocks noGrp="1"/>
          </p:cNvSpPr>
          <p:nvPr>
            <p:ph sz="quarter" idx="13"/>
          </p:nvPr>
        </p:nvSpPr>
        <p:spPr/>
        <p:txBody>
          <a:bodyPr/>
          <a:lstStyle/>
          <a:p>
            <a:r>
              <a:rPr lang="vi-VN" sz="2400" dirty="0"/>
              <a:t>Các chiến lược lựa chọn cha mẹ được áp dụng:</a:t>
            </a:r>
          </a:p>
          <a:p>
            <a:pPr lvl="1"/>
            <a:r>
              <a:rPr lang="vi-VN" sz="2000" dirty="0"/>
              <a:t>Chọn ngẫu nhiên theo phân phối đều</a:t>
            </a:r>
          </a:p>
          <a:p>
            <a:pPr lvl="1"/>
            <a:r>
              <a:rPr lang="vi-VN" sz="2000" dirty="0"/>
              <a:t>Chọn theo bánh xe Roulete</a:t>
            </a:r>
          </a:p>
          <a:p>
            <a:pPr lvl="1"/>
            <a:r>
              <a:rPr lang="vi-VN" sz="2000" dirty="0"/>
              <a:t>Chọn lọc giao đấu</a:t>
            </a:r>
          </a:p>
        </p:txBody>
      </p:sp>
    </p:spTree>
    <p:extLst>
      <p:ext uri="{BB962C8B-B14F-4D97-AF65-F5344CB8AC3E}">
        <p14:creationId xmlns:p14="http://schemas.microsoft.com/office/powerpoint/2010/main" val="3031922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664D1-F173-1C39-B92A-B8896B05A1B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238A562-F8D8-A673-CC71-BF624ECE228B}"/>
              </a:ext>
            </a:extLst>
          </p:cNvPr>
          <p:cNvSpPr>
            <a:spLocks noGrp="1"/>
          </p:cNvSpPr>
          <p:nvPr>
            <p:ph type="sldNum" sz="quarter" idx="12"/>
          </p:nvPr>
        </p:nvSpPr>
        <p:spPr/>
        <p:txBody>
          <a:bodyPr/>
          <a:lstStyle/>
          <a:p>
            <a:fld id="{9EA0BE3B-158A-4EDF-80DC-E394A0D1600F}" type="slidenum">
              <a:rPr lang="en-US" smtClean="0"/>
              <a:pPr/>
              <a:t>6</a:t>
            </a:fld>
            <a:endParaRPr lang="en-US" dirty="0"/>
          </a:p>
        </p:txBody>
      </p:sp>
      <p:sp>
        <p:nvSpPr>
          <p:cNvPr id="3" name="Title 2">
            <a:extLst>
              <a:ext uri="{FF2B5EF4-FFF2-40B4-BE49-F238E27FC236}">
                <a16:creationId xmlns:a16="http://schemas.microsoft.com/office/drawing/2014/main" id="{D4D07E72-2A2A-21CB-708B-952BDB44FC1B}"/>
              </a:ext>
            </a:extLst>
          </p:cNvPr>
          <p:cNvSpPr>
            <a:spLocks noGrp="1"/>
          </p:cNvSpPr>
          <p:nvPr>
            <p:ph type="title"/>
          </p:nvPr>
        </p:nvSpPr>
        <p:spPr/>
        <p:txBody>
          <a:bodyPr/>
          <a:lstStyle/>
          <a:p>
            <a:r>
              <a:rPr lang="vi-VN" dirty="0"/>
              <a:t>4. Chiến lược lai ghép</a:t>
            </a:r>
            <a:endParaRPr lang="en-US" dirty="0"/>
          </a:p>
        </p:txBody>
      </p:sp>
      <p:sp>
        <p:nvSpPr>
          <p:cNvPr id="4" name="Content Placeholder 3">
            <a:extLst>
              <a:ext uri="{FF2B5EF4-FFF2-40B4-BE49-F238E27FC236}">
                <a16:creationId xmlns:a16="http://schemas.microsoft.com/office/drawing/2014/main" id="{4BBBD9F5-5E7E-25F9-297B-DA6A83CEF45E}"/>
              </a:ext>
            </a:extLst>
          </p:cNvPr>
          <p:cNvSpPr>
            <a:spLocks noGrp="1"/>
          </p:cNvSpPr>
          <p:nvPr>
            <p:ph sz="quarter" idx="13"/>
          </p:nvPr>
        </p:nvSpPr>
        <p:spPr/>
        <p:txBody>
          <a:bodyPr/>
          <a:lstStyle/>
          <a:p>
            <a:r>
              <a:rPr lang="vi-VN" sz="2400" dirty="0"/>
              <a:t>Các chiến lược lai ghép được áp dụng:</a:t>
            </a:r>
          </a:p>
          <a:p>
            <a:pPr lvl="1"/>
            <a:r>
              <a:rPr lang="vi-VN" sz="2000" dirty="0"/>
              <a:t>Lai ghép thứ tự (order crossover) OX</a:t>
            </a:r>
          </a:p>
          <a:p>
            <a:pPr lvl="1"/>
            <a:r>
              <a:rPr lang="vi-VN" sz="2000" dirty="0"/>
              <a:t>Lai ghép ánh xạ từng phần - Partially Mapped Crossover (PMX)</a:t>
            </a:r>
          </a:p>
          <a:p>
            <a:pPr lvl="1"/>
            <a:r>
              <a:rPr lang="vi-VN" sz="2000" dirty="0"/>
              <a:t>Lai ghép chu trình - Cycle Crossover (CX)</a:t>
            </a:r>
          </a:p>
        </p:txBody>
      </p:sp>
    </p:spTree>
    <p:extLst>
      <p:ext uri="{BB962C8B-B14F-4D97-AF65-F5344CB8AC3E}">
        <p14:creationId xmlns:p14="http://schemas.microsoft.com/office/powerpoint/2010/main" val="14617635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44ECD-E67B-5197-05BC-351405A612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B1DB0D4-2929-0C0F-DEF0-6C055502F63C}"/>
              </a:ext>
            </a:extLst>
          </p:cNvPr>
          <p:cNvSpPr>
            <a:spLocks noGrp="1"/>
          </p:cNvSpPr>
          <p:nvPr>
            <p:ph type="sldNum" sz="quarter" idx="12"/>
          </p:nvPr>
        </p:nvSpPr>
        <p:spPr/>
        <p:txBody>
          <a:bodyPr/>
          <a:lstStyle/>
          <a:p>
            <a:fld id="{9EA0BE3B-158A-4EDF-80DC-E394A0D1600F}" type="slidenum">
              <a:rPr lang="en-US" smtClean="0"/>
              <a:pPr/>
              <a:t>7</a:t>
            </a:fld>
            <a:endParaRPr lang="en-US" dirty="0"/>
          </a:p>
        </p:txBody>
      </p:sp>
      <p:sp>
        <p:nvSpPr>
          <p:cNvPr id="3" name="Title 2">
            <a:extLst>
              <a:ext uri="{FF2B5EF4-FFF2-40B4-BE49-F238E27FC236}">
                <a16:creationId xmlns:a16="http://schemas.microsoft.com/office/drawing/2014/main" id="{332548DB-0D78-E6AF-49C0-5342E959DE21}"/>
              </a:ext>
            </a:extLst>
          </p:cNvPr>
          <p:cNvSpPr>
            <a:spLocks noGrp="1"/>
          </p:cNvSpPr>
          <p:nvPr>
            <p:ph type="title"/>
          </p:nvPr>
        </p:nvSpPr>
        <p:spPr/>
        <p:txBody>
          <a:bodyPr/>
          <a:lstStyle/>
          <a:p>
            <a:r>
              <a:rPr lang="vi-VN" dirty="0"/>
              <a:t>5. Chiến lược đột biến</a:t>
            </a:r>
            <a:endParaRPr lang="en-US" dirty="0"/>
          </a:p>
        </p:txBody>
      </p:sp>
      <p:sp>
        <p:nvSpPr>
          <p:cNvPr id="4" name="Content Placeholder 3">
            <a:extLst>
              <a:ext uri="{FF2B5EF4-FFF2-40B4-BE49-F238E27FC236}">
                <a16:creationId xmlns:a16="http://schemas.microsoft.com/office/drawing/2014/main" id="{7BCBC83E-CE6C-A5D3-C5A1-EB64EA970562}"/>
              </a:ext>
            </a:extLst>
          </p:cNvPr>
          <p:cNvSpPr>
            <a:spLocks noGrp="1"/>
          </p:cNvSpPr>
          <p:nvPr>
            <p:ph sz="quarter" idx="13"/>
          </p:nvPr>
        </p:nvSpPr>
        <p:spPr/>
        <p:txBody>
          <a:bodyPr/>
          <a:lstStyle/>
          <a:p>
            <a:r>
              <a:rPr lang="vi-VN" sz="2400" dirty="0"/>
              <a:t>Các chiến lược đột biến được áp dụng:</a:t>
            </a:r>
          </a:p>
          <a:p>
            <a:pPr lvl="1"/>
            <a:r>
              <a:rPr lang="vi-VN" sz="2000" dirty="0"/>
              <a:t>Đột biến trao đổi chéo</a:t>
            </a:r>
          </a:p>
          <a:p>
            <a:pPr lvl="1"/>
            <a:r>
              <a:rPr lang="vi-VN" sz="2000" dirty="0"/>
              <a:t>Chọn theo bánh xe Roulete</a:t>
            </a:r>
          </a:p>
          <a:p>
            <a:pPr lvl="1"/>
            <a:r>
              <a:rPr lang="vi-VN" sz="2000" dirty="0"/>
              <a:t>Chọn lọc giao đấu</a:t>
            </a:r>
          </a:p>
        </p:txBody>
      </p:sp>
    </p:spTree>
    <p:extLst>
      <p:ext uri="{BB962C8B-B14F-4D97-AF65-F5344CB8AC3E}">
        <p14:creationId xmlns:p14="http://schemas.microsoft.com/office/powerpoint/2010/main" val="14859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D4F08-4210-259E-6203-C154365A9D9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EE1F15-F0A4-03AD-4B71-C259CB180563}"/>
              </a:ext>
            </a:extLst>
          </p:cNvPr>
          <p:cNvSpPr>
            <a:spLocks noGrp="1"/>
          </p:cNvSpPr>
          <p:nvPr>
            <p:ph type="sldNum" sz="quarter" idx="12"/>
          </p:nvPr>
        </p:nvSpPr>
        <p:spPr/>
        <p:txBody>
          <a:bodyPr/>
          <a:lstStyle/>
          <a:p>
            <a:fld id="{9EA0BE3B-158A-4EDF-80DC-E394A0D1600F}" type="slidenum">
              <a:rPr lang="en-US" smtClean="0"/>
              <a:pPr/>
              <a:t>8</a:t>
            </a:fld>
            <a:endParaRPr lang="en-US" dirty="0"/>
          </a:p>
        </p:txBody>
      </p:sp>
      <p:sp>
        <p:nvSpPr>
          <p:cNvPr id="3" name="Title 2">
            <a:extLst>
              <a:ext uri="{FF2B5EF4-FFF2-40B4-BE49-F238E27FC236}">
                <a16:creationId xmlns:a16="http://schemas.microsoft.com/office/drawing/2014/main" id="{15F7AEE4-192A-6962-9805-2F4C3DD54252}"/>
              </a:ext>
            </a:extLst>
          </p:cNvPr>
          <p:cNvSpPr>
            <a:spLocks noGrp="1"/>
          </p:cNvSpPr>
          <p:nvPr>
            <p:ph type="title"/>
          </p:nvPr>
        </p:nvSpPr>
        <p:spPr/>
        <p:txBody>
          <a:bodyPr/>
          <a:lstStyle/>
          <a:p>
            <a:r>
              <a:rPr lang="vi-VN" dirty="0"/>
              <a:t>6. Chiến lược chọn lọc sinh tồn</a:t>
            </a:r>
            <a:endParaRPr lang="en-US" dirty="0"/>
          </a:p>
        </p:txBody>
      </p:sp>
      <p:sp>
        <p:nvSpPr>
          <p:cNvPr id="4" name="Content Placeholder 3">
            <a:extLst>
              <a:ext uri="{FF2B5EF4-FFF2-40B4-BE49-F238E27FC236}">
                <a16:creationId xmlns:a16="http://schemas.microsoft.com/office/drawing/2014/main" id="{DC4C1259-6E3F-36AC-AD02-9E12E5E2B2FC}"/>
              </a:ext>
            </a:extLst>
          </p:cNvPr>
          <p:cNvSpPr>
            <a:spLocks noGrp="1"/>
          </p:cNvSpPr>
          <p:nvPr>
            <p:ph sz="quarter" idx="13"/>
          </p:nvPr>
        </p:nvSpPr>
        <p:spPr/>
        <p:txBody>
          <a:bodyPr/>
          <a:lstStyle/>
          <a:p>
            <a:r>
              <a:rPr lang="vi-VN" sz="2400" dirty="0"/>
              <a:t>Các chiến lược chọn lọc sinh tồn được áp dụng:</a:t>
            </a:r>
          </a:p>
          <a:p>
            <a:pPr lvl="1"/>
            <a:r>
              <a:rPr lang="vi-VN" sz="2000" dirty="0"/>
              <a:t>Chọn lọc xén (truncation selection)</a:t>
            </a:r>
          </a:p>
          <a:p>
            <a:pPr lvl="1"/>
            <a:r>
              <a:rPr lang="vi-VN" sz="2000" dirty="0"/>
              <a:t>Chọn lọc theo vòng quay Roulete</a:t>
            </a:r>
          </a:p>
          <a:p>
            <a:pPr lvl="1"/>
            <a:r>
              <a:rPr lang="vi-VN" sz="2000" dirty="0"/>
              <a:t>Chọn lọc theo kiểu rải - Stochastic Universal Sampling – SUS</a:t>
            </a:r>
          </a:p>
          <a:p>
            <a:pPr lvl="1"/>
            <a:r>
              <a:rPr lang="vi-VN" sz="2000" dirty="0"/>
              <a:t>Chọn lọc tuyến tính</a:t>
            </a:r>
          </a:p>
          <a:p>
            <a:pPr lvl="1"/>
            <a:r>
              <a:rPr lang="vi-VN" sz="2000" dirty="0"/>
              <a:t>Chọn lọc theo giao đấu</a:t>
            </a:r>
          </a:p>
        </p:txBody>
      </p:sp>
    </p:spTree>
    <p:extLst>
      <p:ext uri="{BB962C8B-B14F-4D97-AF65-F5344CB8AC3E}">
        <p14:creationId xmlns:p14="http://schemas.microsoft.com/office/powerpoint/2010/main" val="3989761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59A2F-EF7C-3AD7-571E-FC878631CDF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A3478C3-9EAC-811C-E241-1D2AC697ADC9}"/>
              </a:ext>
            </a:extLst>
          </p:cNvPr>
          <p:cNvSpPr>
            <a:spLocks noGrp="1"/>
          </p:cNvSpPr>
          <p:nvPr>
            <p:ph type="sldNum" sz="quarter" idx="12"/>
          </p:nvPr>
        </p:nvSpPr>
        <p:spPr/>
        <p:txBody>
          <a:bodyPr/>
          <a:lstStyle/>
          <a:p>
            <a:fld id="{9EA0BE3B-158A-4EDF-80DC-E394A0D1600F}" type="slidenum">
              <a:rPr lang="en-US" smtClean="0"/>
              <a:pPr/>
              <a:t>9</a:t>
            </a:fld>
            <a:endParaRPr lang="en-US" dirty="0"/>
          </a:p>
        </p:txBody>
      </p:sp>
      <p:sp>
        <p:nvSpPr>
          <p:cNvPr id="3" name="Title 2">
            <a:extLst>
              <a:ext uri="{FF2B5EF4-FFF2-40B4-BE49-F238E27FC236}">
                <a16:creationId xmlns:a16="http://schemas.microsoft.com/office/drawing/2014/main" id="{4A92D57F-4463-8DC8-C3D4-2CE6753C04AC}"/>
              </a:ext>
            </a:extLst>
          </p:cNvPr>
          <p:cNvSpPr>
            <a:spLocks noGrp="1"/>
          </p:cNvSpPr>
          <p:nvPr>
            <p:ph type="title"/>
          </p:nvPr>
        </p:nvSpPr>
        <p:spPr/>
        <p:txBody>
          <a:bodyPr/>
          <a:lstStyle/>
          <a:p>
            <a:r>
              <a:rPr lang="vi-VN" dirty="0"/>
              <a:t>7. Chạy demo</a:t>
            </a:r>
            <a:endParaRPr lang="en-US" dirty="0"/>
          </a:p>
        </p:txBody>
      </p:sp>
      <p:sp>
        <p:nvSpPr>
          <p:cNvPr id="8" name="TextBox 7">
            <a:extLst>
              <a:ext uri="{FF2B5EF4-FFF2-40B4-BE49-F238E27FC236}">
                <a16:creationId xmlns:a16="http://schemas.microsoft.com/office/drawing/2014/main" id="{7B515A9E-10BA-0338-B513-BC829D6D2888}"/>
              </a:ext>
            </a:extLst>
          </p:cNvPr>
          <p:cNvSpPr txBox="1"/>
          <p:nvPr/>
        </p:nvSpPr>
        <p:spPr>
          <a:xfrm>
            <a:off x="4826000" y="1260347"/>
            <a:ext cx="2178417" cy="1477328"/>
          </a:xfrm>
          <a:prstGeom prst="rect">
            <a:avLst/>
          </a:prstGeom>
          <a:noFill/>
        </p:spPr>
        <p:txBody>
          <a:bodyPr wrap="none" rtlCol="0">
            <a:spAutoFit/>
          </a:bodyPr>
          <a:lstStyle/>
          <a:p>
            <a:r>
              <a:rPr lang="en-US" dirty="0"/>
              <a:t>    </a:t>
            </a:r>
            <a:r>
              <a:rPr lang="en-US" dirty="0" err="1"/>
              <a:t>crossoverRate</a:t>
            </a:r>
            <a:r>
              <a:rPr lang="en-US" dirty="0"/>
              <a:t>=0.7,</a:t>
            </a:r>
          </a:p>
          <a:p>
            <a:r>
              <a:rPr lang="en-US" dirty="0"/>
              <a:t>    </a:t>
            </a:r>
            <a:r>
              <a:rPr lang="en-US" dirty="0" err="1"/>
              <a:t>mutationRate</a:t>
            </a:r>
            <a:r>
              <a:rPr lang="en-US" dirty="0"/>
              <a:t>=0.2,</a:t>
            </a:r>
          </a:p>
          <a:p>
            <a:r>
              <a:rPr lang="en-US" dirty="0"/>
              <a:t>    generations=300,</a:t>
            </a:r>
          </a:p>
          <a:p>
            <a:r>
              <a:rPr lang="en-US" dirty="0"/>
              <a:t>    </a:t>
            </a:r>
            <a:r>
              <a:rPr lang="en-US" dirty="0" err="1"/>
              <a:t>maximumLoop</a:t>
            </a:r>
            <a:r>
              <a:rPr lang="en-US" dirty="0"/>
              <a:t>=50</a:t>
            </a:r>
          </a:p>
          <a:p>
            <a:endParaRPr lang="en-US" dirty="0"/>
          </a:p>
        </p:txBody>
      </p:sp>
      <p:pic>
        <p:nvPicPr>
          <p:cNvPr id="11" name="Picture 10">
            <a:extLst>
              <a:ext uri="{FF2B5EF4-FFF2-40B4-BE49-F238E27FC236}">
                <a16:creationId xmlns:a16="http://schemas.microsoft.com/office/drawing/2014/main" id="{F31C70A8-B538-9340-BFD2-72721D6E3CD6}"/>
              </a:ext>
            </a:extLst>
          </p:cNvPr>
          <p:cNvPicPr>
            <a:picLocks noChangeAspect="1"/>
          </p:cNvPicPr>
          <p:nvPr/>
        </p:nvPicPr>
        <p:blipFill>
          <a:blip r:embed="rId2"/>
          <a:stretch>
            <a:fillRect/>
          </a:stretch>
        </p:blipFill>
        <p:spPr>
          <a:xfrm>
            <a:off x="602269" y="1260347"/>
            <a:ext cx="4096322" cy="2734057"/>
          </a:xfrm>
          <a:prstGeom prst="rect">
            <a:avLst/>
          </a:prstGeom>
        </p:spPr>
      </p:pic>
    </p:spTree>
    <p:extLst>
      <p:ext uri="{BB962C8B-B14F-4D97-AF65-F5344CB8AC3E}">
        <p14:creationId xmlns:p14="http://schemas.microsoft.com/office/powerpoint/2010/main" val="931041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BA061-0838-40A0-9BFB-52850B7015C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001360-9903-D9AB-C8C1-AA943E09F51D}"/>
              </a:ext>
            </a:extLst>
          </p:cNvPr>
          <p:cNvSpPr>
            <a:spLocks noGrp="1"/>
          </p:cNvSpPr>
          <p:nvPr>
            <p:ph type="sldNum" sz="quarter" idx="12"/>
          </p:nvPr>
        </p:nvSpPr>
        <p:spPr/>
        <p:txBody>
          <a:bodyPr/>
          <a:lstStyle/>
          <a:p>
            <a:fld id="{9EA0BE3B-158A-4EDF-80DC-E394A0D1600F}" type="slidenum">
              <a:rPr lang="en-US" smtClean="0"/>
              <a:pPr/>
              <a:t>10</a:t>
            </a:fld>
            <a:endParaRPr lang="en-US" dirty="0"/>
          </a:p>
        </p:txBody>
      </p:sp>
      <p:sp>
        <p:nvSpPr>
          <p:cNvPr id="3" name="Title 2">
            <a:extLst>
              <a:ext uri="{FF2B5EF4-FFF2-40B4-BE49-F238E27FC236}">
                <a16:creationId xmlns:a16="http://schemas.microsoft.com/office/drawing/2014/main" id="{8E831B9C-30CA-80E2-490C-8CDBC569EA08}"/>
              </a:ext>
            </a:extLst>
          </p:cNvPr>
          <p:cNvSpPr>
            <a:spLocks noGrp="1"/>
          </p:cNvSpPr>
          <p:nvPr>
            <p:ph type="title"/>
          </p:nvPr>
        </p:nvSpPr>
        <p:spPr/>
        <p:txBody>
          <a:bodyPr/>
          <a:lstStyle/>
          <a:p>
            <a:r>
              <a:rPr lang="vi-VN" dirty="0"/>
              <a:t>7. Chạy demo</a:t>
            </a:r>
            <a:endParaRPr lang="en-US" dirty="0"/>
          </a:p>
        </p:txBody>
      </p:sp>
      <p:pic>
        <p:nvPicPr>
          <p:cNvPr id="6" name="Picture 5">
            <a:extLst>
              <a:ext uri="{FF2B5EF4-FFF2-40B4-BE49-F238E27FC236}">
                <a16:creationId xmlns:a16="http://schemas.microsoft.com/office/drawing/2014/main" id="{CD0D9B51-C88E-5E80-74AD-44004DE3B06F}"/>
              </a:ext>
            </a:extLst>
          </p:cNvPr>
          <p:cNvPicPr>
            <a:picLocks noChangeAspect="1"/>
          </p:cNvPicPr>
          <p:nvPr/>
        </p:nvPicPr>
        <p:blipFill>
          <a:blip r:embed="rId2"/>
          <a:stretch>
            <a:fillRect/>
          </a:stretch>
        </p:blipFill>
        <p:spPr>
          <a:xfrm>
            <a:off x="38335" y="1314438"/>
            <a:ext cx="2943373" cy="2305642"/>
          </a:xfrm>
          <a:prstGeom prst="rect">
            <a:avLst/>
          </a:prstGeom>
        </p:spPr>
      </p:pic>
      <p:sp>
        <p:nvSpPr>
          <p:cNvPr id="7" name="TextBox 6">
            <a:extLst>
              <a:ext uri="{FF2B5EF4-FFF2-40B4-BE49-F238E27FC236}">
                <a16:creationId xmlns:a16="http://schemas.microsoft.com/office/drawing/2014/main" id="{62273B57-F705-692E-CBF3-3373F943F3D1}"/>
              </a:ext>
            </a:extLst>
          </p:cNvPr>
          <p:cNvSpPr txBox="1"/>
          <p:nvPr/>
        </p:nvSpPr>
        <p:spPr>
          <a:xfrm>
            <a:off x="447040" y="4374436"/>
            <a:ext cx="2809546" cy="1754326"/>
          </a:xfrm>
          <a:prstGeom prst="rect">
            <a:avLst/>
          </a:prstGeom>
          <a:noFill/>
        </p:spPr>
        <p:txBody>
          <a:bodyPr wrap="square" rtlCol="0">
            <a:spAutoFit/>
          </a:bodyPr>
          <a:lstStyle/>
          <a:p>
            <a:r>
              <a:rPr lang="en-US" dirty="0"/>
              <a:t>    </a:t>
            </a:r>
            <a:r>
              <a:rPr lang="en-US" dirty="0" err="1"/>
              <a:t>fmethod</a:t>
            </a:r>
            <a:r>
              <a:rPr lang="en-US" dirty="0"/>
              <a:t>="std",</a:t>
            </a:r>
          </a:p>
          <a:p>
            <a:r>
              <a:rPr lang="en-US" dirty="0"/>
              <a:t>    </a:t>
            </a:r>
            <a:r>
              <a:rPr lang="en-US" dirty="0" err="1"/>
              <a:t>smethod</a:t>
            </a:r>
            <a:r>
              <a:rPr lang="en-US" dirty="0"/>
              <a:t>="</a:t>
            </a:r>
            <a:r>
              <a:rPr lang="en-US" dirty="0" err="1"/>
              <a:t>roulete</a:t>
            </a:r>
            <a:r>
              <a:rPr lang="en-US" dirty="0"/>
              <a:t>",</a:t>
            </a:r>
          </a:p>
          <a:p>
            <a:r>
              <a:rPr lang="en-US" dirty="0"/>
              <a:t>    </a:t>
            </a:r>
            <a:r>
              <a:rPr lang="en-US" dirty="0" err="1"/>
              <a:t>mmethod</a:t>
            </a:r>
            <a:r>
              <a:rPr lang="en-US" dirty="0"/>
              <a:t>="inversion",</a:t>
            </a:r>
          </a:p>
          <a:p>
            <a:r>
              <a:rPr lang="en-US" dirty="0"/>
              <a:t>    </a:t>
            </a:r>
            <a:r>
              <a:rPr lang="en-US" dirty="0" err="1"/>
              <a:t>cmethod</a:t>
            </a:r>
            <a:r>
              <a:rPr lang="en-US" dirty="0"/>
              <a:t>="ox",</a:t>
            </a:r>
          </a:p>
          <a:p>
            <a:r>
              <a:rPr lang="en-US" dirty="0"/>
              <a:t>    </a:t>
            </a:r>
            <a:r>
              <a:rPr lang="en-US" dirty="0" err="1"/>
              <a:t>svmethod</a:t>
            </a:r>
            <a:r>
              <a:rPr lang="en-US" dirty="0"/>
              <a:t>="tournament",</a:t>
            </a:r>
          </a:p>
          <a:p>
            <a:endParaRPr lang="en-US" dirty="0"/>
          </a:p>
        </p:txBody>
      </p:sp>
      <p:pic>
        <p:nvPicPr>
          <p:cNvPr id="5" name="Picture 4">
            <a:extLst>
              <a:ext uri="{FF2B5EF4-FFF2-40B4-BE49-F238E27FC236}">
                <a16:creationId xmlns:a16="http://schemas.microsoft.com/office/drawing/2014/main" id="{4E09B9F8-564D-2564-3CAB-B48EB5426AB8}"/>
              </a:ext>
            </a:extLst>
          </p:cNvPr>
          <p:cNvPicPr>
            <a:picLocks noChangeAspect="1"/>
          </p:cNvPicPr>
          <p:nvPr/>
        </p:nvPicPr>
        <p:blipFill>
          <a:blip r:embed="rId3"/>
          <a:stretch>
            <a:fillRect/>
          </a:stretch>
        </p:blipFill>
        <p:spPr>
          <a:xfrm>
            <a:off x="3038038" y="1366612"/>
            <a:ext cx="2943373" cy="2195400"/>
          </a:xfrm>
          <a:prstGeom prst="rect">
            <a:avLst/>
          </a:prstGeom>
        </p:spPr>
      </p:pic>
      <p:sp>
        <p:nvSpPr>
          <p:cNvPr id="9" name="TextBox 8">
            <a:extLst>
              <a:ext uri="{FF2B5EF4-FFF2-40B4-BE49-F238E27FC236}">
                <a16:creationId xmlns:a16="http://schemas.microsoft.com/office/drawing/2014/main" id="{0BB72A33-2E82-7F34-8F84-CB99652D1443}"/>
              </a:ext>
            </a:extLst>
          </p:cNvPr>
          <p:cNvSpPr txBox="1"/>
          <p:nvPr/>
        </p:nvSpPr>
        <p:spPr>
          <a:xfrm>
            <a:off x="3516229" y="4216400"/>
            <a:ext cx="2559611" cy="1754326"/>
          </a:xfrm>
          <a:prstGeom prst="rect">
            <a:avLst/>
          </a:prstGeom>
          <a:noFill/>
        </p:spPr>
        <p:txBody>
          <a:bodyPr wrap="none" rtlCol="0">
            <a:spAutoFit/>
          </a:bodyPr>
          <a:lstStyle/>
          <a:p>
            <a:r>
              <a:rPr lang="en-US" dirty="0" err="1"/>
              <a:t>fmethod</a:t>
            </a:r>
            <a:r>
              <a:rPr lang="en-US" dirty="0"/>
              <a:t>="std",</a:t>
            </a:r>
            <a:endParaRPr lang="vi-VN" dirty="0"/>
          </a:p>
          <a:p>
            <a:r>
              <a:rPr lang="en-US" dirty="0" err="1"/>
              <a:t>smethod</a:t>
            </a:r>
            <a:r>
              <a:rPr lang="en-US" dirty="0"/>
              <a:t>="tournament",</a:t>
            </a:r>
          </a:p>
          <a:p>
            <a:r>
              <a:rPr lang="en-US" dirty="0" err="1"/>
              <a:t>mmethod</a:t>
            </a:r>
            <a:r>
              <a:rPr lang="en-US" dirty="0"/>
              <a:t>="inversion",</a:t>
            </a:r>
          </a:p>
          <a:p>
            <a:r>
              <a:rPr lang="en-US" dirty="0" err="1"/>
              <a:t>cmethod</a:t>
            </a:r>
            <a:r>
              <a:rPr lang="en-US" dirty="0"/>
              <a:t>="</a:t>
            </a:r>
            <a:r>
              <a:rPr lang="en-US" dirty="0" err="1"/>
              <a:t>pmx</a:t>
            </a:r>
            <a:r>
              <a:rPr lang="en-US" dirty="0"/>
              <a:t>",</a:t>
            </a:r>
          </a:p>
          <a:p>
            <a:r>
              <a:rPr lang="en-US" dirty="0" err="1"/>
              <a:t>svmethod</a:t>
            </a:r>
            <a:r>
              <a:rPr lang="en-US" dirty="0"/>
              <a:t>="truncation",</a:t>
            </a:r>
          </a:p>
          <a:p>
            <a:endParaRPr lang="en-US" dirty="0"/>
          </a:p>
        </p:txBody>
      </p:sp>
      <p:pic>
        <p:nvPicPr>
          <p:cNvPr id="11" name="Picture 10">
            <a:extLst>
              <a:ext uri="{FF2B5EF4-FFF2-40B4-BE49-F238E27FC236}">
                <a16:creationId xmlns:a16="http://schemas.microsoft.com/office/drawing/2014/main" id="{F9B65903-CD04-7FBB-E6F3-ABBC42D38027}"/>
              </a:ext>
            </a:extLst>
          </p:cNvPr>
          <p:cNvPicPr>
            <a:picLocks noChangeAspect="1"/>
          </p:cNvPicPr>
          <p:nvPr/>
        </p:nvPicPr>
        <p:blipFill>
          <a:blip r:embed="rId4"/>
          <a:stretch>
            <a:fillRect/>
          </a:stretch>
        </p:blipFill>
        <p:spPr>
          <a:xfrm>
            <a:off x="5982539" y="1245597"/>
            <a:ext cx="2942244" cy="2305642"/>
          </a:xfrm>
          <a:prstGeom prst="rect">
            <a:avLst/>
          </a:prstGeom>
        </p:spPr>
      </p:pic>
      <p:sp>
        <p:nvSpPr>
          <p:cNvPr id="12" name="TextBox 11">
            <a:extLst>
              <a:ext uri="{FF2B5EF4-FFF2-40B4-BE49-F238E27FC236}">
                <a16:creationId xmlns:a16="http://schemas.microsoft.com/office/drawing/2014/main" id="{6A90D9E3-9962-D538-425F-149B8BED9953}"/>
              </a:ext>
            </a:extLst>
          </p:cNvPr>
          <p:cNvSpPr txBox="1"/>
          <p:nvPr/>
        </p:nvSpPr>
        <p:spPr>
          <a:xfrm>
            <a:off x="6222791" y="4188169"/>
            <a:ext cx="2713435" cy="1754326"/>
          </a:xfrm>
          <a:prstGeom prst="rect">
            <a:avLst/>
          </a:prstGeom>
          <a:noFill/>
        </p:spPr>
        <p:txBody>
          <a:bodyPr wrap="none" rtlCol="0">
            <a:spAutoFit/>
          </a:bodyPr>
          <a:lstStyle/>
          <a:p>
            <a:r>
              <a:rPr lang="en-US" dirty="0"/>
              <a:t>    </a:t>
            </a:r>
            <a:r>
              <a:rPr lang="en-US" dirty="0" err="1"/>
              <a:t>fmethod</a:t>
            </a:r>
            <a:r>
              <a:rPr lang="en-US" dirty="0"/>
              <a:t>="std",</a:t>
            </a:r>
          </a:p>
          <a:p>
            <a:r>
              <a:rPr lang="en-US" dirty="0"/>
              <a:t>    </a:t>
            </a:r>
            <a:r>
              <a:rPr lang="en-US" dirty="0" err="1"/>
              <a:t>smethod</a:t>
            </a:r>
            <a:r>
              <a:rPr lang="en-US" dirty="0"/>
              <a:t>="tournament",</a:t>
            </a:r>
          </a:p>
          <a:p>
            <a:r>
              <a:rPr lang="en-US" dirty="0"/>
              <a:t>    </a:t>
            </a:r>
            <a:r>
              <a:rPr lang="en-US" dirty="0" err="1"/>
              <a:t>mmethod</a:t>
            </a:r>
            <a:r>
              <a:rPr lang="en-US" dirty="0"/>
              <a:t>="scramble",</a:t>
            </a:r>
          </a:p>
          <a:p>
            <a:r>
              <a:rPr lang="en-US" dirty="0"/>
              <a:t>    </a:t>
            </a:r>
            <a:r>
              <a:rPr lang="en-US" dirty="0" err="1"/>
              <a:t>cmethod</a:t>
            </a:r>
            <a:r>
              <a:rPr lang="en-US" dirty="0"/>
              <a:t>="</a:t>
            </a:r>
            <a:r>
              <a:rPr lang="en-US" dirty="0" err="1"/>
              <a:t>pmx</a:t>
            </a:r>
            <a:r>
              <a:rPr lang="en-US" dirty="0"/>
              <a:t>",</a:t>
            </a:r>
          </a:p>
          <a:p>
            <a:r>
              <a:rPr lang="en-US" dirty="0"/>
              <a:t>    </a:t>
            </a:r>
            <a:r>
              <a:rPr lang="en-US" dirty="0" err="1"/>
              <a:t>svmethod</a:t>
            </a:r>
            <a:r>
              <a:rPr lang="en-US" dirty="0"/>
              <a:t>="truncation",</a:t>
            </a:r>
          </a:p>
          <a:p>
            <a:endParaRPr lang="en-US" dirty="0"/>
          </a:p>
        </p:txBody>
      </p:sp>
    </p:spTree>
    <p:extLst>
      <p:ext uri="{BB962C8B-B14F-4D97-AF65-F5344CB8AC3E}">
        <p14:creationId xmlns:p14="http://schemas.microsoft.com/office/powerpoint/2010/main" val="39039570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11</a:t>
            </a:fld>
            <a:endParaRPr lang="en-US" dirty="0"/>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dirty="0"/>
              <a:t>THANK YOU !</a:t>
            </a:r>
          </a:p>
        </p:txBody>
      </p:sp>
    </p:spTree>
    <p:extLst>
      <p:ext uri="{BB962C8B-B14F-4D97-AF65-F5344CB8AC3E}">
        <p14:creationId xmlns:p14="http://schemas.microsoft.com/office/powerpoint/2010/main" val="28305356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220</TotalTime>
  <Words>636</Words>
  <Application>Microsoft Office PowerPoint</Application>
  <PresentationFormat>On-screen Show (4:3)</PresentationFormat>
  <Paragraphs>74</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Lato</vt:lpstr>
      <vt:lpstr>Office Theme</vt:lpstr>
      <vt:lpstr>PowerPoint Presentation</vt:lpstr>
      <vt:lpstr>PowerPoint Presentation</vt:lpstr>
      <vt:lpstr>1. Giới thiệu bài toán</vt:lpstr>
      <vt:lpstr>2. Biểu diễn bài toán</vt:lpstr>
      <vt:lpstr>3. Chiến lược chọn cha mẹ</vt:lpstr>
      <vt:lpstr>4. Chiến lược lai ghép</vt:lpstr>
      <vt:lpstr>5. Chiến lược đột biến</vt:lpstr>
      <vt:lpstr>6. Chiến lược chọn lọc sinh tồn</vt:lpstr>
      <vt:lpstr>7. Chạy demo</vt:lpstr>
      <vt:lpstr>7. Chạy demo</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An Phạm</cp:lastModifiedBy>
  <cp:revision>13</cp:revision>
  <dcterms:created xsi:type="dcterms:W3CDTF">2021-05-28T04:32:29Z</dcterms:created>
  <dcterms:modified xsi:type="dcterms:W3CDTF">2025-11-04T06:29:10Z</dcterms:modified>
</cp:coreProperties>
</file>